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Lst>
  <p:notesMasterIdLst>
    <p:notesMasterId r:id="rId1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소개" id="{869293ce-31ae-1f91-dc49-bfc1c3bcd3d8}">
          <p14:sldIdLst>
            <p14:sldId id="256"/>
            <p14:sldId id="257"/>
          </p14:sldIdLst>
        </p14:section>
        <p14:section name="현업에서 쓰는 법" id="{7aa3e9c9-5541-55a4-b317-9a6fb919da09}">
          <p14:sldIdLst>
            <p14:sldId id="258"/>
            <p14:sldId id="259"/>
          </p14:sldIdLst>
        </p14:section>
        <p14:section name="시연" id="{21863dbf-50a8-c1b7-06b6-b9e2637eb679}">
          <p14:sldIdLst>
            <p14:sldId id="260"/>
          </p14:sldIdLst>
        </p14:section>
        <p14:section name="변경과 고민" id="{28708f9f-7231-2470-2c19-248ccebec69f}">
          <p14:sldIdLst>
            <p14:sldId id="261"/>
            <p14:sldId id="262"/>
          </p14:sldIdLst>
        </p14:section>
        <p14:section name="결과" id="{fef87e47-eac2-f5d1-a165-8431150f2bf4}">
          <p14:sldIdLst>
            <p14:sldId id="263"/>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notesMaster" Target="notesMasters/notesMaster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[15초] RedFix를 소개하겠습니다. 운영 시스템의 변경 요청, SR 티켓을 받아 고치는 에이전트인데, 제가 가장 신경 쓴 건 '잘 고치는 것'보다 '담당자가 이 수정을 믿고 승인할 수 있게 만드는 것'이었습니다. 그래서 마지막 단계는 항상 사람의 승인입니다. 결과는 SR 한 건 평균 5분, 처음 보는 결함 20건 중 19건 해결, 숨은 회귀 누출 0건입니다.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[1분] 운영 개발자가 SR 한 건을 처리할 때 시간은 원인 위치를 찾고, 다른 곳이 깨지지 않았는지 확인하고, 사내 규칙과 이력을 대조하는 데 들어갑니다. 요즘은 LLM에게 고치라고 하면 코드는 금방 나옵니다. 그런데 현업에서는 그걸 그대로 반영할 수 없습니다. 왜 거기를 고쳤는지 근거가 없고, 다른 동작이 깨졌는지는 결국 사람이 다시 봐야 하고, 실제로 제가 '집가고싶다'라는 장난 티켓을 넣었더니 코드에 있던 다른 결함을 고치고 검증까지 통과했습니다. 그래서 RedFix의 목표는 '고치는 AI'가 아니라 '담당자가 믿고 판단할 수 있게 넘겨주는 AI'로 잡았습니다.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[1분] 담당자의 일이 이렇게 바뀝니다. 지금은 티켓을 읽고, 원인을 찾고, 고치고, 회귀를 확인하고, 규칙을 대조하는 걸 사람이 다 합니다. RedFix에서는 담당자가 티켓을 등록하면 중간 과정은 평균 5분 만에 자동으로 처리되고, 담당자는 근거와 바뀐 코드, 검증 결과를 보고 승인하거나 반려합니다. 중요한 건 막혔을 때입니다. 요청이 모호하거나, 원인을 확신하지 못하거나, 세 번 고쳐도 검증을 못 넘으면 억지로 고치지 않고 이유를 붙여 사람에게 넘깁니다. 비용은 티켓당 평균 40센트 정도입니다.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[1분 15초] 현업이 믿고 쓰게 하려고 네 가지를 지켰습니다. 첫째, 근거를 보여 줍니다. 어떤 사내 규칙과 어떤 과거 장애 이력을 보고 고쳤는지 ID로 인용합니다. 결함 위치 예측 모델은 여기서 후보를 좁히는 데 씁니다. 다만 모델 순위를 그대로 따르지 않고, 에이전트가 왜 그 함수인지 이유를 붙여 제시합니다. 둘째, 검증은 코드가 합니다. 통과 여부를 정하는 판정 노드에는 LLM이 없습니다. 공격 에이전트가 '문제를 찾았다'고 해도 그 입력을 판정이 직접 다시 실행해서 확인합니다. 셋째, 운영 코드를 지킵니다. 원본은 건드리지 않고, 기존 테스트도 고칠 수 없고, 바꿀 수 있는 범위도 대상 함수로 묶었습니다. 넷째, 모르면 멈춥니다. 자동 검증이 확인하지 못한 조건이 있으면 '통과'가 아니라 '조건부 통과'로 보여 줍니다.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[3분 30초] 담당자 화면으로 보여 드리겠습니다. 실시간 실행은 3~6분 걸려서 S1·S2와 케이스 C는 실제 실행을 녹화한 재생 모드로 보여 드립니다. ① SR-2041: 요약 탭에서 판정과 항목별 한 줄 → 결함 위치 탭에서 '모델 1위를 고르지 않은 이유' → 근거 탭 BIZ-CPN-01·02 → 패치 diff '바뀐 줄 표시'. 담당자가 확인할 것은 이 세 가지라는 점을 강조. ② SR-2077: 처리 과정 탭에서 판정 1 실패 → 수정 2 → 판정 2 통과. 공격 로그 시도 1에서 시간대가 붙은 입력의 회귀 2건, 판정 결과 '실제 문제'. ③ 실시간 탭에서 새 티켓 '정산 문의 / 정산 관련해서 확인 부탁드립니다.' 등록 → 실행 → 수 초 안에 보완 요청과 보충할 정보. 보여 준 뒤 삭제. ④ DEMO-C: 에이전트 이유에는 db.query_one이 원인이라고 적고도 호출부만 감쌌습니다. 자동 검증이 놓친 것을 담당자가 근거를 읽고 잡는 장면입니다. 반려 → 정답 확인에서 숨긴 테스트 19개 실패. ※ 시간이 모자라면 ②는 처리 과정 표만 보고 넘깁니다. 문제가 생기면 docs/demo_guide.md 3장.</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[1분] 기획서와 달라진 점입니다. 기준은 하나였습니다. '담당자가 이 결과를 믿고 판단할 수 있나.' 처음엔 예측 모델이 결함 위치를 알려 주는 구조였는데, 시연 티켓에서 정답이 3위로 나왔습니다. 담당자에게 필요한 건 순위가 아니라 '왜 여기인가'라서, 모델은 참고 자료로 내리고 에이전트가 이유를 붙이게 했습니다. 판정은 계속 강화했습니다. 공격이 회귀를 찾아도 판정이 그 입력을 안 보면 그냥 통과되는 빈틈이 있었고, 실제로 누출이 났습니다. 화면은 직접 써 보면서 세 번 바꿨습니다. 숫자 카드는 뭘 뜻하는지 몰라 판단에 안 쓰였고, 승인 버튼까지 스크롤이 길었고, 화면을 만지면 실행이 끊겼습니다. 데이터와 모델 쪽 변경은 아래 한 줄로 정리했습니다.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[1분 15초] 가장 오래 고민한 네 가지입니다. 첫째, 어디까지 자동으로 할 것인가. 판정을 계속 강화했지만 케이스 C처럼 통과했는데 틀린 수정이 여전히 나옵니다. 그래서 반영은 끝까지 사람이 하고, 대신 자동 검증이 확인하지 못한 부분을 숨기지 않고 보여 주는 쪽을 택했습니다. 둘째, 담당자가 무엇을 보면 승인할 수 있는가. 처음 화면은 숫자 카드와 실행 로그였는데 직접 써 보니 판단이 안 됐습니다. '어디가 문제였나, 왜 이렇게 고쳤나, 뭐가 바뀌었나, 다른 데 깨진 건 없나' 질문마다 탭 하나로 바꿨습니다. 셋째, 엉뚱한 요청. 접수 검사를 넣되 LLM 판단을 그대로 믿지 않고, 인용한 증상이 티켓에 글자 그대로 있는지를 코드가 확인합니다. 넷째, 비용. 로그를 보니 같은 코드를 반복해서 읽고 있어서, 미리 넣어 주고 재시도 공격을 줄였습니다. 토큰이 39% 줄었는데 해결률은 오히려 올랐습니다.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[45초] 기획서에서 정한 KPI 8개를 모두 달성했습니다. 현업 관점에서 보면 처리 시간 평균 5분, 처음 보는 결함 20건 중 19건 해결, 숨긴 테스트로 확인한 회귀 누출 0건, 근거 인용 100%입니다. 다만 실제로 도입하려면 대상 코드와 사내 규칙, 장애 이력을 그 회사 것으로 바꿔야 하고, 실제 티켓에는 정답이 없어서 일부 조건은 담당자가 직접 확인해야 합니다. 공통 함수나 여러 파일에 걸친 수정은 아직 약합니다. RedFix는 담당자를 대신하는 도구가 아니라, 담당자가 근거와 검증 결과를 보고 빠르고 안전하게 결정하게 돕는 도구입니다. 감사합니다.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bg>
      <p:bgPr>
        <a:solidFill>
          <a:srgbClr val="0F2A26"/>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1417320"/>
            <a:ext cx="10698480" cy="1005840"/>
          </a:xfrm>
          <a:prstGeom prst="rect">
            <a:avLst/>
          </a:prstGeom>
          <a:noFill/>
          <a:ln/>
        </p:spPr>
        <p:txBody>
          <a:bodyPr wrap="square" rtlCol="0"/>
          <a:lstStyle>
            <a:lvl1pPr algn="l" indent="0" marL="0">
              <a:buNone/>
              <a:defRPr lang="ko-KR" altLang="en-US" sz="6000" b="1" dirty="0">
                <a:solidFill>
                  <a:schemeClr val="bg1"/>
                </a:solidFill>
              </a:defRPr>
            </a:lvl1pPr>
          </a:lstStyle>
          <a:p>
            <a:pPr algn="l" indent="0" marL="0">
              <a:buNone/>
            </a:pPr>
            <a:endParaRPr lang="ko-KR" sz="6000" dirty="0"/>
          </a:p>
        </p:txBody>
      </p:sp>
      <p:sp>
        <p:nvSpPr>
          <p:cNvPr id="3" name="Text 0"/>
          <p:cNvSpPr/>
          <p:nvPr>
            <p:ph idx="101" type="body" hasCustomPrompt="1"/>
          </p:nvPr>
        </p:nvSpPr>
        <p:spPr>
          <a:xfrm>
            <a:off x="731520" y="2468880"/>
            <a:ext cx="10698480" cy="548640"/>
          </a:xfrm>
          <a:prstGeom prst="rect">
            <a:avLst/>
          </a:prstGeom>
          <a:noFill/>
          <a:ln/>
        </p:spPr>
        <p:txBody>
          <a:bodyPr wrap="square" rtlCol="0"/>
          <a:lstStyle>
            <a:lvl1pPr algn="l" indent="0" marL="0">
              <a:buNone/>
              <a:defRPr lang="ko-KR" altLang="en-US" sz="2000" dirty="0">
                <a:solidFill>
                  <a:schemeClr val="accent5"/>
                </a:solidFill>
              </a:defRPr>
            </a:lvl1pPr>
          </a:lstStyle>
          <a:p>
            <a:pPr algn="l" indent="0" marL="0">
              <a:buNone/>
            </a:pPr>
            <a:endParaRPr lang="ko-KR" sz="20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ECTION_DARK">
    <p:bg>
      <p:bgPr>
        <a:solidFill>
          <a:srgbClr val="0F2A26"/>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822960"/>
            <a:ext cx="11064240" cy="914400"/>
          </a:xfrm>
          <a:prstGeom prst="rect">
            <a:avLst/>
          </a:prstGeom>
          <a:noFill/>
          <a:ln/>
        </p:spPr>
        <p:txBody>
          <a:bodyPr wrap="square" rtlCol="0"/>
          <a:lstStyle>
            <a:lvl1pPr algn="l" indent="0" marL="0">
              <a:buNone/>
              <a:defRPr lang="ko-KR" altLang="en-US" sz="4000" b="1" dirty="0">
                <a:solidFill>
                  <a:schemeClr val="bg1"/>
                </a:solidFill>
              </a:defRPr>
            </a:lvl1pPr>
          </a:lstStyle>
          <a:p>
            <a:pPr algn="l" indent="0" marL="0">
              <a:buNone/>
            </a:pPr>
            <a:endParaRPr lang="ko-KR" sz="4000" dirty="0"/>
          </a:p>
        </p:txBody>
      </p:sp>
      <p:sp>
        <p:nvSpPr>
          <p:cNvPr id="3" name="Text 0"/>
          <p:cNvSpPr/>
          <p:nvPr>
            <p:ph idx="101" type="body" hasCustomPrompt="1"/>
          </p:nvPr>
        </p:nvSpPr>
        <p:spPr>
          <a:xfrm>
            <a:off x="548640" y="1783080"/>
            <a:ext cx="11064240" cy="457200"/>
          </a:xfrm>
          <a:prstGeom prst="rect">
            <a:avLst/>
          </a:prstGeom>
          <a:noFill/>
          <a:ln/>
        </p:spPr>
        <p:txBody>
          <a:bodyPr wrap="square" rtlCol="0"/>
          <a:lstStyle>
            <a:lvl1pPr algn="l" indent="0" marL="0">
              <a:buNone/>
              <a:defRPr lang="ko-KR" altLang="en-US" sz="1800" dirty="0">
                <a:solidFill>
                  <a:schemeClr val="accent5"/>
                </a:solidFill>
              </a:defRPr>
            </a:lvl1pPr>
          </a:lstStyle>
          <a:p>
            <a:pPr algn="l" indent="0" marL="0">
              <a:buNone/>
            </a:pPr>
            <a:endParaRPr lang="ko-KR" sz="1800" dirty="0"/>
          </a:p>
        </p:txBody>
      </p:sp>
      <p:sp>
        <p:nvSpPr>
          <p:cNvPr id="4" name="Text 0"/>
          <p:cNvSpPr/>
          <p:nvPr/>
        </p:nvSpPr>
        <p:spPr>
          <a:xfrm>
            <a:off x="548640" y="6400800"/>
            <a:ext cx="5486400" cy="274320"/>
          </a:xfrm>
          <a:prstGeom prst="rect">
            <a:avLst/>
          </a:prstGeom>
          <a:noFill/>
          <a:ln/>
        </p:spPr>
        <p:txBody>
          <a:bodyPr wrap="square" lIns="0" tIns="0" rIns="0" bIns="0" rtlCol="0" anchor="ctr"/>
          <a:lstStyle/>
          <a:p>
            <a:pPr indent="0" marL="0">
              <a:buNone/>
            </a:pPr>
            <a:r>
              <a:rPr lang="en-US" sz="1000" dirty="0">
                <a:solidFill>
                  <a:schemeClr val="accent5"/>
                </a:solidFill>
              </a:rPr>
              <a:t>RedFix · 변경 요청 처리 에이전트</a:t>
            </a:r>
            <a:endParaRPr lang="en-US" sz="1000" dirty="0"/>
          </a:p>
        </p:txBody>
      </p:sp>
      <p:sp>
        <p:nvSpPr>
          <p:cNvPr id="25" name="Slide Number Placeholder 0"/>
          <p:cNvSpPr>
            <a:spLocks noGrp="1"/>
          </p:cNvSpPr>
          <p:nvPr>
            <p:ph type="sldNum" sz="quarter" idx="4294967295"/>
          </p:nvPr>
        </p:nvSpPr>
        <p:spPr>
          <a:xfrm>
            <a:off x="10972800" y="6400800"/>
            <a:ext cx="66751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548640" y="365760"/>
            <a:ext cx="11064240" cy="320040"/>
          </a:xfrm>
          <a:prstGeom prst="rect">
            <a:avLst/>
          </a:prstGeom>
          <a:noFill/>
          <a:ln/>
        </p:spPr>
        <p:txBody>
          <a:bodyPr wrap="square" rtlCol="0"/>
          <a:lstStyle>
            <a:lvl1pPr algn="l" indent="0" marL="0">
              <a:buNone/>
              <a:defRPr lang="ko-KR" altLang="en-US" sz="1300" b="1" dirty="0">
                <a:solidFill>
                  <a:schemeClr val="accent1"/>
                </a:solidFill>
              </a:defRPr>
            </a:lvl1pPr>
          </a:lstStyle>
          <a:p>
            <a:pPr algn="l" indent="0" marL="0">
              <a:buNone/>
            </a:pPr>
            <a:endParaRPr lang="ko-KR" sz="1300" dirty="0"/>
          </a:p>
        </p:txBody>
      </p:sp>
      <p:sp>
        <p:nvSpPr>
          <p:cNvPr id="3" name="Text 0"/>
          <p:cNvSpPr/>
          <p:nvPr>
            <p:ph idx="101" type="title" hasCustomPrompt="1"/>
          </p:nvPr>
        </p:nvSpPr>
        <p:spPr>
          <a:xfrm>
            <a:off x="548640" y="685800"/>
            <a:ext cx="11064240" cy="685800"/>
          </a:xfrm>
          <a:prstGeom prst="rect">
            <a:avLst/>
          </a:prstGeom>
          <a:noFill/>
          <a:ln/>
        </p:spPr>
        <p:txBody>
          <a:bodyPr wrap="square" rtlCol="0"/>
          <a:lstStyle>
            <a:lvl1pPr algn="l" indent="0" marL="0">
              <a:buNone/>
              <a:defRPr lang="ko-KR" altLang="en-US" sz="2800" b="1" dirty="0">
                <a:solidFill>
                  <a:schemeClr val="tx1"/>
                </a:solidFill>
              </a:defRPr>
            </a:lvl1pPr>
          </a:lstStyle>
          <a:p>
            <a:pPr algn="l" indent="0" marL="0">
              <a:buNone/>
            </a:pPr>
            <a:endParaRPr lang="ko-KR" sz="2800" dirty="0"/>
          </a:p>
        </p:txBody>
      </p:sp>
      <p:sp>
        <p:nvSpPr>
          <p:cNvPr id="4" name="Text 0"/>
          <p:cNvSpPr/>
          <p:nvPr/>
        </p:nvSpPr>
        <p:spPr>
          <a:xfrm>
            <a:off x="548640" y="6400800"/>
            <a:ext cx="5486400" cy="274320"/>
          </a:xfrm>
          <a:prstGeom prst="rect">
            <a:avLst/>
          </a:prstGeom>
          <a:noFill/>
          <a:ln/>
        </p:spPr>
        <p:txBody>
          <a:bodyPr wrap="square" lIns="0" tIns="0" rIns="0" bIns="0" rtlCol="0" anchor="ctr"/>
          <a:lstStyle/>
          <a:p>
            <a:pPr indent="0" marL="0">
              <a:buNone/>
            </a:pPr>
            <a:r>
              <a:rPr lang="en-US" sz="1000" dirty="0">
                <a:solidFill>
                  <a:schemeClr val="accent6"/>
                </a:solidFill>
              </a:rPr>
              <a:t>RedFix · 변경 요청 처리 에이전트</a:t>
            </a:r>
            <a:endParaRPr lang="en-US" sz="1000" dirty="0"/>
          </a:p>
        </p:txBody>
      </p:sp>
      <p:sp>
        <p:nvSpPr>
          <p:cNvPr id="25" name="Slide Number Placeholder 0"/>
          <p:cNvSpPr>
            <a:spLocks noGrp="1"/>
          </p:cNvSpPr>
          <p:nvPr>
            <p:ph type="sldNum" sz="quarter" idx="4294967295"/>
          </p:nvPr>
        </p:nvSpPr>
        <p:spPr>
          <a:xfrm>
            <a:off x="10972800" y="6400800"/>
            <a:ext cx="66751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0972800" y="6400800"/>
            <a:ext cx="66751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731520" y="1005840"/>
            <a:ext cx="10058400" cy="365760"/>
          </a:xfrm>
          <a:prstGeom prst="rect">
            <a:avLst/>
          </a:prstGeom>
          <a:noFill/>
          <a:ln/>
        </p:spPr>
        <p:txBody>
          <a:bodyPr wrap="square" lIns="0" tIns="0" rIns="0" bIns="0" rtlCol="0" anchor="t"/>
          <a:lstStyle/>
          <a:p>
            <a:pPr indent="0" marL="0">
              <a:buNone/>
            </a:pPr>
            <a:r>
              <a:rPr lang="ko-KR" altLang="en-US" sz="1400" b="1" dirty="0">
                <a:solidFill>
                  <a:schemeClr val="accent5"/>
                </a:solidFill>
              </a:rPr>
              <a:t>SCSA27 · AI AGENT 프로젝트 최종 발표</a:t>
            </a:r>
            <a:endParaRPr lang="ko-KR" sz="1400" dirty="0"/>
          </a:p>
        </p:txBody>
      </p:sp>
      <p:sp>
        <p:nvSpPr>
          <p:cNvPr id="3" name="Text 0"/>
          <p:cNvSpPr/>
          <p:nvPr>
            <p:ph idx="100" type="title" hasCustomPrompt="1"/>
          </p:nvPr>
        </p:nvSpPr>
        <p:spPr>
          <a:xfrm>
            <a:off x="731520" y="1417320"/>
            <a:ext cx="10698480" cy="1005840"/>
          </a:xfrm>
          <a:prstGeom prst="rect">
            <a:avLst/>
          </a:prstGeom>
          <a:noFill/>
          <a:ln/>
        </p:spPr>
        <p:txBody>
          <a:bodyPr wrap="square" lIns="0" tIns="0" rIns="0" bIns="0" rtlCol="0" anchor="ctr"/>
          <a:lstStyle/>
          <a:p>
            <a:pPr algn="l" indent="0" marL="0">
              <a:buNone/>
            </a:pPr>
            <a:r>
              <a:rPr lang="ko-KR" altLang="en-US" sz="6000" b="1" dirty="0">
                <a:solidFill>
                  <a:schemeClr val="bg1"/>
                </a:solidFill>
              </a:rPr>
              <a:t>RedFix</a:t>
            </a:r>
            <a:endParaRPr lang="ko-KR" sz="6000" dirty="0"/>
          </a:p>
        </p:txBody>
      </p:sp>
      <p:sp>
        <p:nvSpPr>
          <p:cNvPr id="4" name="Text 0"/>
          <p:cNvSpPr/>
          <p:nvPr>
            <p:ph idx="101" type="body" hasCustomPrompt="1"/>
          </p:nvPr>
        </p:nvSpPr>
        <p:spPr>
          <a:xfrm>
            <a:off x="731520" y="2468880"/>
            <a:ext cx="10698480" cy="548640"/>
          </a:xfrm>
          <a:prstGeom prst="rect">
            <a:avLst/>
          </a:prstGeom>
          <a:noFill/>
          <a:ln/>
        </p:spPr>
        <p:txBody>
          <a:bodyPr wrap="square" lIns="0" tIns="0" rIns="0" bIns="0" rtlCol="0" anchor="ctr"/>
          <a:lstStyle/>
          <a:p>
            <a:pPr algn="l" indent="0" marL="0">
              <a:buNone/>
            </a:pPr>
            <a:r>
              <a:rPr lang="ko-KR" altLang="en-US" sz="2000" dirty="0">
                <a:solidFill>
                  <a:schemeClr val="accent5"/>
                </a:solidFill>
              </a:rPr>
              <a:t>운영 개발자가 근거를 보고 믿고 승인할 수 있게 만든 변경 요청(SR) 처리 에이전트</a:t>
            </a:r>
            <a:endParaRPr lang="ko-KR" sz="2000" dirty="0"/>
          </a:p>
        </p:txBody>
      </p:sp>
      <p:sp>
        <p:nvSpPr>
          <p:cNvPr id="5" name="Text 3"/>
          <p:cNvSpPr/>
          <p:nvPr/>
        </p:nvSpPr>
        <p:spPr>
          <a:xfrm>
            <a:off x="731520" y="3429000"/>
            <a:ext cx="1371600" cy="457200"/>
          </a:xfrm>
          <a:prstGeom prst="roundRect">
            <a:avLst>
              <a:gd name="adj" fmla="val 50000"/>
            </a:avLst>
          </a:prstGeom>
          <a:solidFill>
            <a:schemeClr val="accent1"/>
          </a:solidFill>
          <a:ln/>
        </p:spPr>
        <p:txBody>
          <a:bodyPr wrap="square" lIns="0" tIns="0" rIns="0" bIns="0" rtlCol="0" anchor="ctr"/>
          <a:lstStyle/>
          <a:p>
            <a:pPr algn="ctr" indent="0" marL="0">
              <a:buNone/>
            </a:pPr>
            <a:r>
              <a:rPr lang="en-US" sz="1500" b="1" dirty="0">
                <a:solidFill>
                  <a:schemeClr val="bg1"/>
                </a:solidFill>
              </a:rPr>
              <a:t>접수 검사</a:t>
            </a:r>
            <a:endParaRPr lang="en-US" sz="1500" dirty="0"/>
          </a:p>
        </p:txBody>
      </p:sp>
      <p:sp>
        <p:nvSpPr>
          <p:cNvPr id="6" name="Shape 4"/>
          <p:cNvSpPr/>
          <p:nvPr/>
        </p:nvSpPr>
        <p:spPr>
          <a:xfrm>
            <a:off x="2130552" y="3657600"/>
            <a:ext cx="265176" cy="0"/>
          </a:xfrm>
          <a:prstGeom prst="line">
            <a:avLst/>
          </a:prstGeom>
          <a:noFill/>
          <a:ln w="19050">
            <a:solidFill>
              <a:srgbClr val="7FD1C3"/>
            </a:solidFill>
            <a:prstDash val="solid"/>
            <a:tailEnd type="triangle"/>
          </a:ln>
        </p:spPr>
      </p:sp>
      <p:sp>
        <p:nvSpPr>
          <p:cNvPr id="7" name="Text 5"/>
          <p:cNvSpPr/>
          <p:nvPr/>
        </p:nvSpPr>
        <p:spPr>
          <a:xfrm>
            <a:off x="2423160" y="3429000"/>
            <a:ext cx="1371600" cy="457200"/>
          </a:xfrm>
          <a:prstGeom prst="roundRect">
            <a:avLst>
              <a:gd name="adj" fmla="val 50000"/>
            </a:avLst>
          </a:prstGeom>
          <a:solidFill>
            <a:schemeClr val="accent1"/>
          </a:solidFill>
          <a:ln/>
        </p:spPr>
        <p:txBody>
          <a:bodyPr wrap="square" lIns="0" tIns="0" rIns="0" bIns="0" rtlCol="0" anchor="ctr"/>
          <a:lstStyle/>
          <a:p>
            <a:pPr algn="ctr" indent="0" marL="0">
              <a:buNone/>
            </a:pPr>
            <a:r>
              <a:rPr lang="en-US" sz="1500" b="1" dirty="0">
                <a:solidFill>
                  <a:schemeClr val="bg1"/>
                </a:solidFill>
              </a:rPr>
              <a:t>분석</a:t>
            </a:r>
            <a:endParaRPr lang="en-US" sz="1500" dirty="0"/>
          </a:p>
        </p:txBody>
      </p:sp>
      <p:sp>
        <p:nvSpPr>
          <p:cNvPr id="8" name="Shape 6"/>
          <p:cNvSpPr/>
          <p:nvPr/>
        </p:nvSpPr>
        <p:spPr>
          <a:xfrm>
            <a:off x="3822192" y="3657600"/>
            <a:ext cx="265176" cy="0"/>
          </a:xfrm>
          <a:prstGeom prst="line">
            <a:avLst/>
          </a:prstGeom>
          <a:noFill/>
          <a:ln w="19050">
            <a:solidFill>
              <a:srgbClr val="7FD1C3"/>
            </a:solidFill>
            <a:prstDash val="solid"/>
            <a:tailEnd type="triangle"/>
          </a:ln>
        </p:spPr>
      </p:sp>
      <p:sp>
        <p:nvSpPr>
          <p:cNvPr id="9" name="Text 7"/>
          <p:cNvSpPr/>
          <p:nvPr/>
        </p:nvSpPr>
        <p:spPr>
          <a:xfrm>
            <a:off x="4114800" y="3429000"/>
            <a:ext cx="1371600" cy="457200"/>
          </a:xfrm>
          <a:prstGeom prst="roundRect">
            <a:avLst>
              <a:gd name="adj" fmla="val 50000"/>
            </a:avLst>
          </a:prstGeom>
          <a:solidFill>
            <a:schemeClr val="accent1"/>
          </a:solidFill>
          <a:ln/>
        </p:spPr>
        <p:txBody>
          <a:bodyPr wrap="square" lIns="0" tIns="0" rIns="0" bIns="0" rtlCol="0" anchor="ctr"/>
          <a:lstStyle/>
          <a:p>
            <a:pPr algn="ctr" indent="0" marL="0">
              <a:buNone/>
            </a:pPr>
            <a:r>
              <a:rPr lang="en-US" sz="1500" b="1" dirty="0">
                <a:solidFill>
                  <a:schemeClr val="bg1"/>
                </a:solidFill>
              </a:rPr>
              <a:t>수정</a:t>
            </a:r>
            <a:endParaRPr lang="en-US" sz="1500" dirty="0"/>
          </a:p>
        </p:txBody>
      </p:sp>
      <p:sp>
        <p:nvSpPr>
          <p:cNvPr id="10" name="Shape 8"/>
          <p:cNvSpPr/>
          <p:nvPr/>
        </p:nvSpPr>
        <p:spPr>
          <a:xfrm>
            <a:off x="5513832" y="3657600"/>
            <a:ext cx="265176" cy="0"/>
          </a:xfrm>
          <a:prstGeom prst="line">
            <a:avLst/>
          </a:prstGeom>
          <a:noFill/>
          <a:ln w="19050">
            <a:solidFill>
              <a:srgbClr val="7FD1C3"/>
            </a:solidFill>
            <a:prstDash val="solid"/>
            <a:tailEnd type="triangle"/>
          </a:ln>
        </p:spPr>
      </p:sp>
      <p:sp>
        <p:nvSpPr>
          <p:cNvPr id="11" name="Text 9"/>
          <p:cNvSpPr/>
          <p:nvPr/>
        </p:nvSpPr>
        <p:spPr>
          <a:xfrm>
            <a:off x="5806440" y="3429000"/>
            <a:ext cx="1371600" cy="457200"/>
          </a:xfrm>
          <a:prstGeom prst="roundRect">
            <a:avLst>
              <a:gd name="adj" fmla="val 50000"/>
            </a:avLst>
          </a:prstGeom>
          <a:solidFill>
            <a:schemeClr val="accent4"/>
          </a:solidFill>
          <a:ln/>
        </p:spPr>
        <p:txBody>
          <a:bodyPr wrap="square" lIns="0" tIns="0" rIns="0" bIns="0" rtlCol="0" anchor="ctr"/>
          <a:lstStyle/>
          <a:p>
            <a:pPr algn="ctr" indent="0" marL="0">
              <a:buNone/>
            </a:pPr>
            <a:r>
              <a:rPr lang="en-US" sz="1500" b="1" dirty="0">
                <a:solidFill>
                  <a:schemeClr val="bg1"/>
                </a:solidFill>
              </a:rPr>
              <a:t>공격</a:t>
            </a:r>
            <a:endParaRPr lang="en-US" sz="1500" dirty="0"/>
          </a:p>
        </p:txBody>
      </p:sp>
      <p:sp>
        <p:nvSpPr>
          <p:cNvPr id="12" name="Shape 10"/>
          <p:cNvSpPr/>
          <p:nvPr/>
        </p:nvSpPr>
        <p:spPr>
          <a:xfrm>
            <a:off x="7205472" y="3657600"/>
            <a:ext cx="265176" cy="0"/>
          </a:xfrm>
          <a:prstGeom prst="line">
            <a:avLst/>
          </a:prstGeom>
          <a:noFill/>
          <a:ln w="19050">
            <a:solidFill>
              <a:srgbClr val="7FD1C3"/>
            </a:solidFill>
            <a:prstDash val="solid"/>
            <a:tailEnd type="triangle"/>
          </a:ln>
        </p:spPr>
      </p:sp>
      <p:sp>
        <p:nvSpPr>
          <p:cNvPr id="13" name="Text 11"/>
          <p:cNvSpPr/>
          <p:nvPr/>
        </p:nvSpPr>
        <p:spPr>
          <a:xfrm>
            <a:off x="7498080" y="3429000"/>
            <a:ext cx="1371600" cy="457200"/>
          </a:xfrm>
          <a:prstGeom prst="roundRect">
            <a:avLst>
              <a:gd name="adj" fmla="val 50000"/>
            </a:avLst>
          </a:prstGeom>
          <a:solidFill>
            <a:schemeClr val="accent1"/>
          </a:solidFill>
          <a:ln/>
        </p:spPr>
        <p:txBody>
          <a:bodyPr wrap="square" lIns="0" tIns="0" rIns="0" bIns="0" rtlCol="0" anchor="ctr"/>
          <a:lstStyle/>
          <a:p>
            <a:pPr algn="ctr" indent="0" marL="0">
              <a:buNone/>
            </a:pPr>
            <a:r>
              <a:rPr lang="en-US" sz="1500" b="1" dirty="0">
                <a:solidFill>
                  <a:schemeClr val="bg1"/>
                </a:solidFill>
              </a:rPr>
              <a:t>판정</a:t>
            </a:r>
            <a:endParaRPr lang="en-US" sz="1500" dirty="0"/>
          </a:p>
        </p:txBody>
      </p:sp>
      <p:sp>
        <p:nvSpPr>
          <p:cNvPr id="14" name="Shape 12"/>
          <p:cNvSpPr/>
          <p:nvPr/>
        </p:nvSpPr>
        <p:spPr>
          <a:xfrm>
            <a:off x="8897112" y="3657600"/>
            <a:ext cx="265176" cy="0"/>
          </a:xfrm>
          <a:prstGeom prst="line">
            <a:avLst/>
          </a:prstGeom>
          <a:noFill/>
          <a:ln w="19050">
            <a:solidFill>
              <a:srgbClr val="7FD1C3"/>
            </a:solidFill>
            <a:prstDash val="solid"/>
            <a:tailEnd type="triangle"/>
          </a:ln>
        </p:spPr>
      </p:sp>
      <p:sp>
        <p:nvSpPr>
          <p:cNvPr id="15" name="Text 13"/>
          <p:cNvSpPr/>
          <p:nvPr/>
        </p:nvSpPr>
        <p:spPr>
          <a:xfrm>
            <a:off x="9189720" y="3429000"/>
            <a:ext cx="1371600" cy="457200"/>
          </a:xfrm>
          <a:prstGeom prst="roundRect">
            <a:avLst>
              <a:gd name="adj" fmla="val 50000"/>
            </a:avLst>
          </a:prstGeom>
          <a:solidFill>
            <a:schemeClr val="bg1"/>
          </a:solidFill>
          <a:ln/>
        </p:spPr>
        <p:txBody>
          <a:bodyPr wrap="square" lIns="0" tIns="0" rIns="0" bIns="0" rtlCol="0" anchor="ctr"/>
          <a:lstStyle/>
          <a:p>
            <a:pPr algn="ctr" indent="0" marL="0">
              <a:buNone/>
            </a:pPr>
            <a:r>
              <a:rPr lang="en-US" sz="1500" b="1" dirty="0">
                <a:solidFill>
                  <a:schemeClr val="tx2"/>
                </a:solidFill>
              </a:rPr>
              <a:t>승인</a:t>
            </a:r>
            <a:endParaRPr lang="en-US" sz="1500" dirty="0"/>
          </a:p>
        </p:txBody>
      </p:sp>
      <p:sp>
        <p:nvSpPr>
          <p:cNvPr id="16" name="Text 14"/>
          <p:cNvSpPr txBox="1"/>
          <p:nvPr/>
        </p:nvSpPr>
        <p:spPr>
          <a:xfrm>
            <a:off x="9006840" y="3931920"/>
            <a:ext cx="1737360" cy="320040"/>
          </a:xfrm>
          <a:prstGeom prst="rect">
            <a:avLst/>
          </a:prstGeom>
          <a:noFill/>
          <a:ln/>
        </p:spPr>
        <p:txBody>
          <a:bodyPr wrap="square" lIns="0" tIns="0" rIns="0" bIns="0" rtlCol="0" anchor="ctr"/>
          <a:lstStyle/>
          <a:p>
            <a:pPr algn="ctr" indent="0" marL="0">
              <a:buNone/>
            </a:pPr>
            <a:r>
              <a:rPr lang="ko-KR" altLang="en-US" sz="1200" dirty="0">
                <a:solidFill>
                  <a:schemeClr val="accent5"/>
                </a:solidFill>
              </a:rPr>
              <a:t>사람이 최종 결정</a:t>
            </a:r>
            <a:endParaRPr lang="ko-KR" sz="1200" dirty="0"/>
          </a:p>
        </p:txBody>
      </p:sp>
      <p:sp>
        <p:nvSpPr>
          <p:cNvPr id="17" name="Shape 15"/>
          <p:cNvSpPr/>
          <p:nvPr/>
        </p:nvSpPr>
        <p:spPr>
          <a:xfrm>
            <a:off x="731520" y="4434840"/>
            <a:ext cx="2697480" cy="1051560"/>
          </a:xfrm>
          <a:prstGeom prst="roundRect">
            <a:avLst>
              <a:gd name="adj" fmla="val 8696"/>
            </a:avLst>
          </a:prstGeom>
          <a:solidFill>
            <a:schemeClr val="bg1">
              <a:alpha val="10000"/>
            </a:schemeClr>
          </a:solidFill>
          <a:ln/>
        </p:spPr>
      </p:sp>
      <p:sp>
        <p:nvSpPr>
          <p:cNvPr id="18" name="Text 16"/>
          <p:cNvSpPr txBox="1"/>
          <p:nvPr/>
        </p:nvSpPr>
        <p:spPr>
          <a:xfrm>
            <a:off x="960120" y="4526280"/>
            <a:ext cx="2286000" cy="548640"/>
          </a:xfrm>
          <a:prstGeom prst="rect">
            <a:avLst/>
          </a:prstGeom>
          <a:noFill/>
          <a:ln/>
        </p:spPr>
        <p:txBody>
          <a:bodyPr wrap="square" lIns="0" tIns="0" rIns="0" bIns="0" rtlCol="0" anchor="ctr"/>
          <a:lstStyle/>
          <a:p>
            <a:pPr indent="0" marL="0">
              <a:buNone/>
            </a:pPr>
            <a:r>
              <a:rPr lang="ko-KR" altLang="en-US" sz="3000" b="1" dirty="0">
                <a:solidFill>
                  <a:schemeClr val="bg1"/>
                </a:solidFill>
              </a:rPr>
              <a:t>5.1분</a:t>
            </a:r>
            <a:endParaRPr lang="ko-KR" sz="3000" dirty="0"/>
          </a:p>
        </p:txBody>
      </p:sp>
      <p:sp>
        <p:nvSpPr>
          <p:cNvPr id="19" name="Text 17"/>
          <p:cNvSpPr txBox="1"/>
          <p:nvPr/>
        </p:nvSpPr>
        <p:spPr>
          <a:xfrm>
            <a:off x="960120" y="5047488"/>
            <a:ext cx="2377440" cy="320040"/>
          </a:xfrm>
          <a:prstGeom prst="rect">
            <a:avLst/>
          </a:prstGeom>
          <a:noFill/>
          <a:ln/>
        </p:spPr>
        <p:txBody>
          <a:bodyPr wrap="square" lIns="0" tIns="0" rIns="0" bIns="0" rtlCol="0" anchor="ctr"/>
          <a:lstStyle/>
          <a:p>
            <a:pPr indent="0" marL="0">
              <a:buNone/>
            </a:pPr>
            <a:r>
              <a:rPr lang="ko-KR" altLang="en-US" sz="1300" dirty="0">
                <a:solidFill>
                  <a:schemeClr val="accent5"/>
                </a:solidFill>
              </a:rPr>
              <a:t>SR당 평균 처리 (목표 15분)</a:t>
            </a:r>
            <a:endParaRPr lang="ko-KR" sz="1300" dirty="0"/>
          </a:p>
        </p:txBody>
      </p:sp>
      <p:sp>
        <p:nvSpPr>
          <p:cNvPr id="20" name="Shape 18"/>
          <p:cNvSpPr/>
          <p:nvPr/>
        </p:nvSpPr>
        <p:spPr>
          <a:xfrm>
            <a:off x="3657600" y="4434840"/>
            <a:ext cx="2697480" cy="1051560"/>
          </a:xfrm>
          <a:prstGeom prst="roundRect">
            <a:avLst>
              <a:gd name="adj" fmla="val 8696"/>
            </a:avLst>
          </a:prstGeom>
          <a:solidFill>
            <a:schemeClr val="bg1">
              <a:alpha val="10000"/>
            </a:schemeClr>
          </a:solidFill>
          <a:ln/>
        </p:spPr>
      </p:sp>
      <p:sp>
        <p:nvSpPr>
          <p:cNvPr id="21" name="Text 19"/>
          <p:cNvSpPr txBox="1"/>
          <p:nvPr/>
        </p:nvSpPr>
        <p:spPr>
          <a:xfrm>
            <a:off x="3886200" y="4526280"/>
            <a:ext cx="2286000" cy="548640"/>
          </a:xfrm>
          <a:prstGeom prst="rect">
            <a:avLst/>
          </a:prstGeom>
          <a:noFill/>
          <a:ln/>
        </p:spPr>
        <p:txBody>
          <a:bodyPr wrap="square" lIns="0" tIns="0" rIns="0" bIns="0" rtlCol="0" anchor="ctr"/>
          <a:lstStyle/>
          <a:p>
            <a:pPr indent="0" marL="0">
              <a:buNone/>
            </a:pPr>
            <a:r>
              <a:rPr lang="ko-KR" altLang="en-US" sz="3000" b="1" dirty="0">
                <a:solidFill>
                  <a:schemeClr val="bg1"/>
                </a:solidFill>
              </a:rPr>
              <a:t>19 / 20</a:t>
            </a:r>
            <a:endParaRPr lang="ko-KR" sz="3000" dirty="0"/>
          </a:p>
        </p:txBody>
      </p:sp>
      <p:sp>
        <p:nvSpPr>
          <p:cNvPr id="22" name="Text 20"/>
          <p:cNvSpPr txBox="1"/>
          <p:nvPr/>
        </p:nvSpPr>
        <p:spPr>
          <a:xfrm>
            <a:off x="3886200" y="5047488"/>
            <a:ext cx="2377440" cy="320040"/>
          </a:xfrm>
          <a:prstGeom prst="rect">
            <a:avLst/>
          </a:prstGeom>
          <a:noFill/>
          <a:ln/>
        </p:spPr>
        <p:txBody>
          <a:bodyPr wrap="square" lIns="0" tIns="0" rIns="0" bIns="0" rtlCol="0" anchor="ctr"/>
          <a:lstStyle/>
          <a:p>
            <a:pPr indent="0" marL="0">
              <a:buNone/>
            </a:pPr>
            <a:r>
              <a:rPr lang="ko-KR" altLang="en-US" sz="1300" dirty="0">
                <a:solidFill>
                  <a:schemeClr val="accent5"/>
                </a:solidFill>
              </a:rPr>
              <a:t>처음 보는 결함 해결</a:t>
            </a:r>
            <a:endParaRPr lang="ko-KR" sz="1300" dirty="0"/>
          </a:p>
        </p:txBody>
      </p:sp>
      <p:sp>
        <p:nvSpPr>
          <p:cNvPr id="23" name="Shape 21"/>
          <p:cNvSpPr/>
          <p:nvPr/>
        </p:nvSpPr>
        <p:spPr>
          <a:xfrm>
            <a:off x="6583680" y="4434840"/>
            <a:ext cx="2697480" cy="1051560"/>
          </a:xfrm>
          <a:prstGeom prst="roundRect">
            <a:avLst>
              <a:gd name="adj" fmla="val 8696"/>
            </a:avLst>
          </a:prstGeom>
          <a:solidFill>
            <a:schemeClr val="bg1">
              <a:alpha val="10000"/>
            </a:schemeClr>
          </a:solidFill>
          <a:ln/>
        </p:spPr>
      </p:sp>
      <p:sp>
        <p:nvSpPr>
          <p:cNvPr id="24" name="Text 22"/>
          <p:cNvSpPr txBox="1"/>
          <p:nvPr/>
        </p:nvSpPr>
        <p:spPr>
          <a:xfrm>
            <a:off x="6812280" y="4526280"/>
            <a:ext cx="2286000" cy="548640"/>
          </a:xfrm>
          <a:prstGeom prst="rect">
            <a:avLst/>
          </a:prstGeom>
          <a:noFill/>
          <a:ln/>
        </p:spPr>
        <p:txBody>
          <a:bodyPr wrap="square" lIns="0" tIns="0" rIns="0" bIns="0" rtlCol="0" anchor="ctr"/>
          <a:lstStyle/>
          <a:p>
            <a:pPr indent="0" marL="0">
              <a:buNone/>
            </a:pPr>
            <a:r>
              <a:rPr lang="ko-KR" altLang="en-US" sz="3000" b="1" dirty="0">
                <a:solidFill>
                  <a:schemeClr val="bg1"/>
                </a:solidFill>
              </a:rPr>
              <a:t>0건</a:t>
            </a:r>
            <a:endParaRPr lang="ko-KR" sz="3000" dirty="0"/>
          </a:p>
        </p:txBody>
      </p:sp>
      <p:sp>
        <p:nvSpPr>
          <p:cNvPr id="25" name="Text 23"/>
          <p:cNvSpPr txBox="1"/>
          <p:nvPr/>
        </p:nvSpPr>
        <p:spPr>
          <a:xfrm>
            <a:off x="6812280" y="5047488"/>
            <a:ext cx="2377440" cy="320040"/>
          </a:xfrm>
          <a:prstGeom prst="rect">
            <a:avLst/>
          </a:prstGeom>
          <a:noFill/>
          <a:ln/>
        </p:spPr>
        <p:txBody>
          <a:bodyPr wrap="square" lIns="0" tIns="0" rIns="0" bIns="0" rtlCol="0" anchor="ctr"/>
          <a:lstStyle/>
          <a:p>
            <a:pPr indent="0" marL="0">
              <a:buNone/>
            </a:pPr>
            <a:r>
              <a:rPr lang="ko-KR" altLang="en-US" sz="1300" dirty="0">
                <a:solidFill>
                  <a:schemeClr val="accent5"/>
                </a:solidFill>
              </a:rPr>
              <a:t>숨은 회귀 누출</a:t>
            </a:r>
            <a:endParaRPr lang="ko-KR" sz="1300" dirty="0"/>
          </a:p>
        </p:txBody>
      </p:sp>
      <p:sp>
        <p:nvSpPr>
          <p:cNvPr id="26" name="Text 24"/>
          <p:cNvSpPr txBox="1"/>
          <p:nvPr/>
        </p:nvSpPr>
        <p:spPr>
          <a:xfrm>
            <a:off x="731520" y="5989320"/>
            <a:ext cx="5486400" cy="365760"/>
          </a:xfrm>
          <a:prstGeom prst="rect">
            <a:avLst/>
          </a:prstGeom>
          <a:noFill/>
          <a:ln/>
        </p:spPr>
        <p:txBody>
          <a:bodyPr wrap="square" lIns="0" tIns="0" rIns="0" bIns="0" rtlCol="0" anchor="t"/>
          <a:lstStyle/>
          <a:p>
            <a:pPr indent="0" marL="0">
              <a:buNone/>
            </a:pPr>
            <a:r>
              <a:rPr lang="ko-KR" altLang="en-US" sz="1400" dirty="0">
                <a:solidFill>
                  <a:schemeClr val="accent5"/>
                </a:solidFill>
              </a:rPr>
              <a:t>이종협  ·  2026. 10</a:t>
            </a:r>
            <a:endParaRPr lang="ko-KR"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body" hasCustomPrompt="1"/>
          </p:nvPr>
        </p:nvSpPr>
        <p:spPr>
          <a:xfrm>
            <a:off x="548640" y="365760"/>
            <a:ext cx="11064240" cy="320040"/>
          </a:xfrm>
          <a:prstGeom prst="rect">
            <a:avLst/>
          </a:prstGeom>
          <a:noFill/>
          <a:ln/>
        </p:spPr>
        <p:txBody>
          <a:bodyPr wrap="square" lIns="0" tIns="0" rIns="0" bIns="0" rtlCol="0" anchor="ctr"/>
          <a:lstStyle/>
          <a:p>
            <a:pPr algn="l" indent="0" marL="0">
              <a:buNone/>
            </a:pPr>
            <a:r>
              <a:rPr lang="ko-KR" altLang="en-US" sz="1300" b="1" dirty="0">
                <a:solidFill>
                  <a:schemeClr val="accent1"/>
                </a:solidFill>
              </a:rPr>
              <a:t>01 · 왜 만들었나</a:t>
            </a:r>
            <a:endParaRPr lang="ko-KR" sz="1300" dirty="0"/>
          </a:p>
        </p:txBody>
      </p:sp>
      <p:sp>
        <p:nvSpPr>
          <p:cNvPr id="3" name="Text 0"/>
          <p:cNvSpPr/>
          <p:nvPr>
            <p:ph idx="101" type="title" hasCustomPrompt="1"/>
          </p:nvPr>
        </p:nvSpPr>
        <p:spPr>
          <a:xfrm>
            <a:off x="548640" y="685800"/>
            <a:ext cx="11064240" cy="685800"/>
          </a:xfrm>
          <a:prstGeom prst="rect">
            <a:avLst/>
          </a:prstGeom>
          <a:noFill/>
          <a:ln/>
        </p:spPr>
        <p:txBody>
          <a:bodyPr wrap="square" lIns="0" tIns="0" rIns="0" bIns="0" rtlCol="0" anchor="ctr"/>
          <a:lstStyle/>
          <a:p>
            <a:pPr algn="l" indent="0" marL="0">
              <a:buNone/>
            </a:pPr>
            <a:r>
              <a:rPr lang="ko-KR" altLang="en-US" sz="2800" b="1" dirty="0">
                <a:solidFill>
                  <a:schemeClr val="tx1"/>
                </a:solidFill>
              </a:rPr>
              <a:t>AI가 고친 코드를 현업은 그대로 믿을 수 없다</a:t>
            </a:r>
            <a:endParaRPr lang="ko-KR" sz="2800" dirty="0"/>
          </a:p>
        </p:txBody>
      </p:sp>
      <p:sp>
        <p:nvSpPr>
          <p:cNvPr id="4" name="Text 2"/>
          <p:cNvSpPr txBox="1"/>
          <p:nvPr/>
        </p:nvSpPr>
        <p:spPr>
          <a:xfrm>
            <a:off x="548640" y="1600200"/>
            <a:ext cx="3566160" cy="365760"/>
          </a:xfrm>
          <a:prstGeom prst="rect">
            <a:avLst/>
          </a:prstGeom>
          <a:noFill/>
          <a:ln/>
        </p:spPr>
        <p:txBody>
          <a:bodyPr wrap="square" lIns="0" tIns="0" rIns="0" bIns="0" rtlCol="0" anchor="t"/>
          <a:lstStyle/>
          <a:p>
            <a:pPr indent="0" marL="0">
              <a:buNone/>
            </a:pPr>
            <a:r>
              <a:rPr lang="ko-KR" altLang="en-US" sz="1600" b="1" dirty="0">
                <a:solidFill>
                  <a:schemeClr val="accent6"/>
                </a:solidFill>
              </a:rPr>
              <a:t>현업의 SR 처리</a:t>
            </a:r>
            <a:endParaRPr lang="ko-KR" sz="1600" dirty="0"/>
          </a:p>
        </p:txBody>
      </p:sp>
      <p:sp>
        <p:nvSpPr>
          <p:cNvPr id="5" name="Shape 3"/>
          <p:cNvSpPr/>
          <p:nvPr/>
        </p:nvSpPr>
        <p:spPr>
          <a:xfrm>
            <a:off x="548640" y="2057400"/>
            <a:ext cx="3566160" cy="1051560"/>
          </a:xfrm>
          <a:prstGeom prst="roundRect">
            <a:avLst>
              <a:gd name="adj" fmla="val 6957"/>
            </a:avLst>
          </a:prstGeom>
          <a:solidFill>
            <a:schemeClr val="bg2"/>
          </a:solidFill>
          <a:ln/>
        </p:spPr>
      </p:sp>
      <p:sp>
        <p:nvSpPr>
          <p:cNvPr id="6" name="Text 4"/>
          <p:cNvSpPr txBox="1"/>
          <p:nvPr/>
        </p:nvSpPr>
        <p:spPr>
          <a:xfrm>
            <a:off x="777240" y="2167128"/>
            <a:ext cx="3108960" cy="384048"/>
          </a:xfrm>
          <a:prstGeom prst="rect">
            <a:avLst/>
          </a:prstGeom>
          <a:noFill/>
          <a:ln/>
        </p:spPr>
        <p:txBody>
          <a:bodyPr wrap="square" lIns="0" tIns="0" rIns="0" bIns="0" rtlCol="0" anchor="ctr"/>
          <a:lstStyle/>
          <a:p>
            <a:pPr indent="0" marL="0">
              <a:buNone/>
            </a:pPr>
            <a:r>
              <a:rPr lang="ko-KR" altLang="en-US" sz="2000" b="1" dirty="0">
                <a:solidFill>
                  <a:schemeClr val="tx2"/>
                </a:solidFill>
              </a:rPr>
              <a:t>1~2시간</a:t>
            </a:r>
            <a:endParaRPr lang="ko-KR" sz="2000" dirty="0"/>
          </a:p>
        </p:txBody>
      </p:sp>
      <p:sp>
        <p:nvSpPr>
          <p:cNvPr id="7" name="Text 5"/>
          <p:cNvSpPr txBox="1"/>
          <p:nvPr/>
        </p:nvSpPr>
        <p:spPr>
          <a:xfrm>
            <a:off x="777240" y="2560320"/>
            <a:ext cx="3154680" cy="502920"/>
          </a:xfrm>
          <a:prstGeom prst="rect">
            <a:avLst/>
          </a:prstGeom>
          <a:noFill/>
          <a:ln/>
        </p:spPr>
        <p:txBody>
          <a:bodyPr wrap="square" lIns="0" tIns="0" rIns="0" bIns="0" rtlCol="0" anchor="t"/>
          <a:lstStyle/>
          <a:p>
            <a:pPr indent="0" marL="0">
              <a:buNone/>
            </a:pPr>
            <a:r>
              <a:rPr lang="ko-KR" altLang="en-US" sz="1300" dirty="0">
                <a:solidFill>
                  <a:schemeClr val="accent6"/>
                </a:solidFill>
              </a:rPr>
              <a:t>원인 위치를 로그·코드에서 찾는 시간</a:t>
            </a:r>
            <a:endParaRPr lang="ko-KR" sz="1300" dirty="0"/>
          </a:p>
        </p:txBody>
      </p:sp>
      <p:sp>
        <p:nvSpPr>
          <p:cNvPr id="8" name="Shape 6"/>
          <p:cNvSpPr/>
          <p:nvPr/>
        </p:nvSpPr>
        <p:spPr>
          <a:xfrm>
            <a:off x="548640" y="3246120"/>
            <a:ext cx="3566160" cy="1051560"/>
          </a:xfrm>
          <a:prstGeom prst="roundRect">
            <a:avLst>
              <a:gd name="adj" fmla="val 6957"/>
            </a:avLst>
          </a:prstGeom>
          <a:solidFill>
            <a:schemeClr val="bg2"/>
          </a:solidFill>
          <a:ln/>
        </p:spPr>
      </p:sp>
      <p:sp>
        <p:nvSpPr>
          <p:cNvPr id="9" name="Text 7"/>
          <p:cNvSpPr txBox="1"/>
          <p:nvPr/>
        </p:nvSpPr>
        <p:spPr>
          <a:xfrm>
            <a:off x="777240" y="3355848"/>
            <a:ext cx="3108960" cy="384048"/>
          </a:xfrm>
          <a:prstGeom prst="rect">
            <a:avLst/>
          </a:prstGeom>
          <a:noFill/>
          <a:ln/>
        </p:spPr>
        <p:txBody>
          <a:bodyPr wrap="square" lIns="0" tIns="0" rIns="0" bIns="0" rtlCol="0" anchor="ctr"/>
          <a:lstStyle/>
          <a:p>
            <a:pPr indent="0" marL="0">
              <a:buNone/>
            </a:pPr>
            <a:r>
              <a:rPr lang="ko-KR" altLang="en-US" sz="2000" b="1" dirty="0">
                <a:solidFill>
                  <a:schemeClr val="tx2"/>
                </a:solidFill>
              </a:rPr>
              <a:t>회귀</a:t>
            </a:r>
            <a:endParaRPr lang="ko-KR" sz="2000" dirty="0"/>
          </a:p>
        </p:txBody>
      </p:sp>
      <p:sp>
        <p:nvSpPr>
          <p:cNvPr id="10" name="Text 8"/>
          <p:cNvSpPr txBox="1"/>
          <p:nvPr/>
        </p:nvSpPr>
        <p:spPr>
          <a:xfrm>
            <a:off x="777240" y="3749040"/>
            <a:ext cx="3154680" cy="502920"/>
          </a:xfrm>
          <a:prstGeom prst="rect">
            <a:avLst/>
          </a:prstGeom>
          <a:noFill/>
          <a:ln/>
        </p:spPr>
        <p:txBody>
          <a:bodyPr wrap="square" lIns="0" tIns="0" rIns="0" bIns="0" rtlCol="0" anchor="t"/>
          <a:lstStyle/>
          <a:p>
            <a:pPr indent="0" marL="0">
              <a:buNone/>
            </a:pPr>
            <a:r>
              <a:rPr lang="ko-KR" altLang="en-US" sz="1300" dirty="0">
                <a:solidFill>
                  <a:schemeClr val="accent6"/>
                </a:solidFill>
              </a:rPr>
              <a:t>고치다 다른 동작을 깨뜨리고 통합 테스트에서야 발견</a:t>
            </a:r>
            <a:endParaRPr lang="ko-KR" sz="1300" dirty="0"/>
          </a:p>
        </p:txBody>
      </p:sp>
      <p:sp>
        <p:nvSpPr>
          <p:cNvPr id="11" name="Shape 9"/>
          <p:cNvSpPr/>
          <p:nvPr/>
        </p:nvSpPr>
        <p:spPr>
          <a:xfrm>
            <a:off x="548640" y="4434840"/>
            <a:ext cx="3566160" cy="1051560"/>
          </a:xfrm>
          <a:prstGeom prst="roundRect">
            <a:avLst>
              <a:gd name="adj" fmla="val 6957"/>
            </a:avLst>
          </a:prstGeom>
          <a:solidFill>
            <a:schemeClr val="bg2"/>
          </a:solidFill>
          <a:ln/>
        </p:spPr>
      </p:sp>
      <p:sp>
        <p:nvSpPr>
          <p:cNvPr id="12" name="Text 10"/>
          <p:cNvSpPr txBox="1"/>
          <p:nvPr/>
        </p:nvSpPr>
        <p:spPr>
          <a:xfrm>
            <a:off x="777240" y="4544568"/>
            <a:ext cx="3108960" cy="384048"/>
          </a:xfrm>
          <a:prstGeom prst="rect">
            <a:avLst/>
          </a:prstGeom>
          <a:noFill/>
          <a:ln/>
        </p:spPr>
        <p:txBody>
          <a:bodyPr wrap="square" lIns="0" tIns="0" rIns="0" bIns="0" rtlCol="0" anchor="ctr"/>
          <a:lstStyle/>
          <a:p>
            <a:pPr indent="0" marL="0">
              <a:buNone/>
            </a:pPr>
            <a:r>
              <a:rPr lang="ko-KR" altLang="en-US" sz="2000" b="1" dirty="0">
                <a:solidFill>
                  <a:schemeClr val="tx2"/>
                </a:solidFill>
              </a:rPr>
              <a:t>수작업</a:t>
            </a:r>
            <a:endParaRPr lang="ko-KR" sz="2000" dirty="0"/>
          </a:p>
        </p:txBody>
      </p:sp>
      <p:sp>
        <p:nvSpPr>
          <p:cNvPr id="13" name="Text 11"/>
          <p:cNvSpPr txBox="1"/>
          <p:nvPr/>
        </p:nvSpPr>
        <p:spPr>
          <a:xfrm>
            <a:off x="777240" y="4937760"/>
            <a:ext cx="3154680" cy="502920"/>
          </a:xfrm>
          <a:prstGeom prst="rect">
            <a:avLst/>
          </a:prstGeom>
          <a:noFill/>
          <a:ln/>
        </p:spPr>
        <p:txBody>
          <a:bodyPr wrap="square" lIns="0" tIns="0" rIns="0" bIns="0" rtlCol="0" anchor="t"/>
          <a:lstStyle/>
          <a:p>
            <a:pPr indent="0" marL="0">
              <a:buNone/>
            </a:pPr>
            <a:r>
              <a:rPr lang="ko-KR" altLang="en-US" sz="1300" dirty="0">
                <a:solidFill>
                  <a:schemeClr val="accent6"/>
                </a:solidFill>
              </a:rPr>
              <a:t>사내 규칙과 과거 장애 이력을 사람이 찾아 대조</a:t>
            </a:r>
            <a:endParaRPr lang="ko-KR" sz="1300" dirty="0"/>
          </a:p>
        </p:txBody>
      </p:sp>
      <p:sp>
        <p:nvSpPr>
          <p:cNvPr id="14" name="Text 12"/>
          <p:cNvSpPr txBox="1"/>
          <p:nvPr/>
        </p:nvSpPr>
        <p:spPr>
          <a:xfrm>
            <a:off x="548640" y="5669280"/>
            <a:ext cx="3566160" cy="274320"/>
          </a:xfrm>
          <a:prstGeom prst="rect">
            <a:avLst/>
          </a:prstGeom>
          <a:noFill/>
          <a:ln/>
        </p:spPr>
        <p:txBody>
          <a:bodyPr wrap="square" lIns="0" tIns="0" rIns="0" bIns="0" rtlCol="0" anchor="t"/>
          <a:lstStyle/>
          <a:p>
            <a:pPr indent="0" marL="0">
              <a:buNone/>
            </a:pPr>
            <a:r>
              <a:rPr lang="ko-KR" altLang="en-US" sz="1100" dirty="0">
                <a:solidFill>
                  <a:schemeClr val="accent6"/>
                </a:solidFill>
              </a:rPr>
              <a:t>※ 처리 시간은 기획 단계 가정치</a:t>
            </a:r>
            <a:endParaRPr lang="ko-KR" sz="1100" dirty="0"/>
          </a:p>
        </p:txBody>
      </p:sp>
      <p:sp>
        <p:nvSpPr>
          <p:cNvPr id="15" name="Text 13"/>
          <p:cNvSpPr txBox="1"/>
          <p:nvPr/>
        </p:nvSpPr>
        <p:spPr>
          <a:xfrm>
            <a:off x="4389120" y="1600200"/>
            <a:ext cx="7223760" cy="365760"/>
          </a:xfrm>
          <a:prstGeom prst="rect">
            <a:avLst/>
          </a:prstGeom>
          <a:noFill/>
          <a:ln/>
        </p:spPr>
        <p:txBody>
          <a:bodyPr wrap="square" lIns="0" tIns="0" rIns="0" bIns="0" rtlCol="0" anchor="t"/>
          <a:lstStyle/>
          <a:p>
            <a:pPr indent="0" marL="0">
              <a:buNone/>
            </a:pPr>
            <a:r>
              <a:rPr lang="ko-KR" altLang="en-US" sz="1600" b="1" dirty="0">
                <a:solidFill>
                  <a:schemeClr val="accent4"/>
                </a:solidFill>
              </a:rPr>
              <a:t>그렇다고 LLM에게 그냥 맡기면</a:t>
            </a:r>
            <a:endParaRPr lang="ko-KR" sz="1600" dirty="0"/>
          </a:p>
        </p:txBody>
      </p:sp>
      <p:sp>
        <p:nvSpPr>
          <p:cNvPr id="16" name="Text 14"/>
          <p:cNvSpPr/>
          <p:nvPr/>
        </p:nvSpPr>
        <p:spPr>
          <a:xfrm>
            <a:off x="4389120" y="2167128"/>
            <a:ext cx="384048" cy="384048"/>
          </a:xfrm>
          <a:prstGeom prst="ellipse">
            <a:avLst/>
          </a:prstGeom>
          <a:solidFill>
            <a:schemeClr val="accent4">
              <a:alpha val="15000"/>
            </a:schemeClr>
          </a:solidFill>
          <a:ln/>
        </p:spPr>
        <p:txBody>
          <a:bodyPr wrap="square" lIns="0" tIns="0" rIns="0" bIns="0" rtlCol="0" anchor="ctr"/>
          <a:lstStyle/>
          <a:p>
            <a:pPr algn="ctr" indent="0" marL="0">
              <a:buNone/>
            </a:pPr>
            <a:r>
              <a:rPr lang="en-US" sz="1400" b="1" dirty="0">
                <a:solidFill>
                  <a:schemeClr val="accent4"/>
                </a:solidFill>
              </a:rPr>
              <a:t>✕</a:t>
            </a:r>
            <a:endParaRPr lang="en-US" sz="1400" dirty="0"/>
          </a:p>
        </p:txBody>
      </p:sp>
      <p:sp>
        <p:nvSpPr>
          <p:cNvPr id="17" name="Text 15"/>
          <p:cNvSpPr txBox="1"/>
          <p:nvPr/>
        </p:nvSpPr>
        <p:spPr>
          <a:xfrm>
            <a:off x="4937760" y="2057400"/>
            <a:ext cx="6702552" cy="822960"/>
          </a:xfrm>
          <a:prstGeom prst="rect">
            <a:avLst/>
          </a:prstGeom>
          <a:noFill/>
          <a:ln/>
        </p:spPr>
        <p:txBody>
          <a:bodyPr wrap="square" lIns="0" tIns="0" rIns="0" bIns="0" rtlCol="0" anchor="t"/>
          <a:lstStyle/>
          <a:p>
            <a:pPr indent="0" marL="0">
              <a:spcAft>
                <a:spcPts val="200"/>
              </a:spcAft>
              <a:buNone/>
            </a:pPr>
            <a:r>
              <a:rPr lang="ko-KR" altLang="en-US" sz="1500" b="1" dirty="0">
                <a:solidFill>
                  <a:schemeClr val="tx1"/>
                </a:solidFill>
              </a:rPr>
              <a:t>엉뚱한 곳을 고쳐도 그럴듯해 보인다</a:t>
            </a:r>
            <a:endParaRPr lang="ko-KR" sz="1400" dirty="0"/>
          </a:p>
          <a:p>
            <a:pPr indent="0" marL="0">
              <a:spcAft>
                <a:spcPts val="200"/>
              </a:spcAft>
              <a:buNone/>
            </a:pPr>
            <a:r>
              <a:rPr lang="ko-KR" altLang="en-US" sz="1300" dirty="0">
                <a:solidFill>
                  <a:schemeClr val="accent6"/>
                </a:solidFill>
              </a:rPr>
              <a:t>왜 거기를 고쳤는지 근거가 없으면 담당자가 처음부터 다시 봐야 한다</a:t>
            </a:r>
            <a:endParaRPr lang="ko-KR" sz="1400" dirty="0"/>
          </a:p>
        </p:txBody>
      </p:sp>
      <p:sp>
        <p:nvSpPr>
          <p:cNvPr id="18" name="Text 16"/>
          <p:cNvSpPr/>
          <p:nvPr/>
        </p:nvSpPr>
        <p:spPr>
          <a:xfrm>
            <a:off x="4389120" y="3081528"/>
            <a:ext cx="384048" cy="384048"/>
          </a:xfrm>
          <a:prstGeom prst="ellipse">
            <a:avLst/>
          </a:prstGeom>
          <a:solidFill>
            <a:schemeClr val="accent4">
              <a:alpha val="15000"/>
            </a:schemeClr>
          </a:solidFill>
          <a:ln/>
        </p:spPr>
        <p:txBody>
          <a:bodyPr wrap="square" lIns="0" tIns="0" rIns="0" bIns="0" rtlCol="0" anchor="ctr"/>
          <a:lstStyle/>
          <a:p>
            <a:pPr algn="ctr" indent="0" marL="0">
              <a:buNone/>
            </a:pPr>
            <a:r>
              <a:rPr lang="en-US" sz="1400" b="1" dirty="0">
                <a:solidFill>
                  <a:schemeClr val="accent4"/>
                </a:solidFill>
              </a:rPr>
              <a:t>✕</a:t>
            </a:r>
            <a:endParaRPr lang="en-US" sz="1400" dirty="0"/>
          </a:p>
        </p:txBody>
      </p:sp>
      <p:sp>
        <p:nvSpPr>
          <p:cNvPr id="19" name="Text 17"/>
          <p:cNvSpPr txBox="1"/>
          <p:nvPr/>
        </p:nvSpPr>
        <p:spPr>
          <a:xfrm>
            <a:off x="4937760" y="2971800"/>
            <a:ext cx="6702552" cy="822960"/>
          </a:xfrm>
          <a:prstGeom prst="rect">
            <a:avLst/>
          </a:prstGeom>
          <a:noFill/>
          <a:ln/>
        </p:spPr>
        <p:txBody>
          <a:bodyPr wrap="square" lIns="0" tIns="0" rIns="0" bIns="0" rtlCol="0" anchor="t"/>
          <a:lstStyle/>
          <a:p>
            <a:pPr indent="0" marL="0">
              <a:spcAft>
                <a:spcPts val="200"/>
              </a:spcAft>
              <a:buNone/>
            </a:pPr>
            <a:r>
              <a:rPr lang="ko-KR" altLang="en-US" sz="1500" b="1" dirty="0">
                <a:solidFill>
                  <a:schemeClr val="tx1"/>
                </a:solidFill>
              </a:rPr>
              <a:t>다른 동작이 깨졌는지는 여전히 사람 몫</a:t>
            </a:r>
            <a:endParaRPr lang="ko-KR" sz="1400" dirty="0"/>
          </a:p>
          <a:p>
            <a:pPr indent="0" marL="0">
              <a:spcAft>
                <a:spcPts val="200"/>
              </a:spcAft>
              <a:buNone/>
            </a:pPr>
            <a:r>
              <a:rPr lang="ko-KR" altLang="en-US" sz="1300" dirty="0">
                <a:solidFill>
                  <a:schemeClr val="accent6"/>
                </a:solidFill>
              </a:rPr>
              <a:t>"테스트 통과했습니다"라는 LLM의 말만으로는 반영할 수 없다</a:t>
            </a:r>
            <a:endParaRPr lang="ko-KR" sz="1400" dirty="0"/>
          </a:p>
        </p:txBody>
      </p:sp>
      <p:sp>
        <p:nvSpPr>
          <p:cNvPr id="20" name="Text 18"/>
          <p:cNvSpPr/>
          <p:nvPr/>
        </p:nvSpPr>
        <p:spPr>
          <a:xfrm>
            <a:off x="4389120" y="3995928"/>
            <a:ext cx="384048" cy="384048"/>
          </a:xfrm>
          <a:prstGeom prst="ellipse">
            <a:avLst/>
          </a:prstGeom>
          <a:solidFill>
            <a:schemeClr val="accent4">
              <a:alpha val="15000"/>
            </a:schemeClr>
          </a:solidFill>
          <a:ln/>
        </p:spPr>
        <p:txBody>
          <a:bodyPr wrap="square" lIns="0" tIns="0" rIns="0" bIns="0" rtlCol="0" anchor="ctr"/>
          <a:lstStyle/>
          <a:p>
            <a:pPr algn="ctr" indent="0" marL="0">
              <a:buNone/>
            </a:pPr>
            <a:r>
              <a:rPr lang="en-US" sz="1400" b="1" dirty="0">
                <a:solidFill>
                  <a:schemeClr val="accent4"/>
                </a:solidFill>
              </a:rPr>
              <a:t>✕</a:t>
            </a:r>
            <a:endParaRPr lang="en-US" sz="1400" dirty="0"/>
          </a:p>
        </p:txBody>
      </p:sp>
      <p:sp>
        <p:nvSpPr>
          <p:cNvPr id="21" name="Text 19"/>
          <p:cNvSpPr txBox="1"/>
          <p:nvPr/>
        </p:nvSpPr>
        <p:spPr>
          <a:xfrm>
            <a:off x="4937760" y="3886200"/>
            <a:ext cx="6702552" cy="822960"/>
          </a:xfrm>
          <a:prstGeom prst="rect">
            <a:avLst/>
          </a:prstGeom>
          <a:noFill/>
          <a:ln/>
        </p:spPr>
        <p:txBody>
          <a:bodyPr wrap="square" lIns="0" tIns="0" rIns="0" bIns="0" rtlCol="0" anchor="t"/>
          <a:lstStyle/>
          <a:p>
            <a:pPr indent="0" marL="0">
              <a:spcAft>
                <a:spcPts val="200"/>
              </a:spcAft>
              <a:buNone/>
            </a:pPr>
            <a:r>
              <a:rPr lang="ko-KR" altLang="en-US" sz="1500" b="1" dirty="0">
                <a:solidFill>
                  <a:schemeClr val="tx1"/>
                </a:solidFill>
              </a:rPr>
              <a:t>말이 안 되는 요청도 일단 고친다</a:t>
            </a:r>
            <a:endParaRPr lang="ko-KR" sz="1400" dirty="0"/>
          </a:p>
          <a:p>
            <a:pPr indent="0" marL="0">
              <a:spcAft>
                <a:spcPts val="200"/>
              </a:spcAft>
              <a:buNone/>
            </a:pPr>
            <a:r>
              <a:rPr lang="ko-KR" altLang="en-US" sz="1300" dirty="0">
                <a:solidFill>
                  <a:schemeClr val="accent6"/>
                </a:solidFill>
              </a:rPr>
              <a:t>실제로 "test / 집가고싶다" 티켓이 엉뚱한 결함을 고쳐 검증을 통과했다</a:t>
            </a:r>
            <a:endParaRPr lang="ko-KR" sz="1400" dirty="0"/>
          </a:p>
        </p:txBody>
      </p:sp>
      <p:sp>
        <p:nvSpPr>
          <p:cNvPr id="22" name="Shape 20"/>
          <p:cNvSpPr/>
          <p:nvPr/>
        </p:nvSpPr>
        <p:spPr>
          <a:xfrm>
            <a:off x="4389120" y="4846320"/>
            <a:ext cx="7251192" cy="1143000"/>
          </a:xfrm>
          <a:prstGeom prst="roundRect">
            <a:avLst>
              <a:gd name="adj" fmla="val 6400"/>
            </a:avLst>
          </a:prstGeom>
          <a:solidFill>
            <a:schemeClr val="tx2"/>
          </a:solidFill>
          <a:ln/>
        </p:spPr>
      </p:sp>
      <p:sp>
        <p:nvSpPr>
          <p:cNvPr id="23" name="Text 21"/>
          <p:cNvSpPr txBox="1"/>
          <p:nvPr/>
        </p:nvSpPr>
        <p:spPr>
          <a:xfrm>
            <a:off x="4663440" y="4846320"/>
            <a:ext cx="6766560" cy="1143000"/>
          </a:xfrm>
          <a:prstGeom prst="rect">
            <a:avLst/>
          </a:prstGeom>
          <a:noFill/>
          <a:ln/>
        </p:spPr>
        <p:txBody>
          <a:bodyPr wrap="square" lIns="0" tIns="0" rIns="0" bIns="0" rtlCol="0" anchor="ctr"/>
          <a:lstStyle/>
          <a:p>
            <a:pPr indent="0" marL="0">
              <a:spcAft>
                <a:spcPts val="400"/>
              </a:spcAft>
              <a:buNone/>
            </a:pPr>
            <a:r>
              <a:rPr lang="ko-KR" altLang="en-US" sz="1300" b="1" dirty="0">
                <a:solidFill>
                  <a:schemeClr val="accent5"/>
                </a:solidFill>
              </a:rPr>
              <a:t>RedFix의 목표</a:t>
            </a:r>
            <a:endParaRPr lang="ko-KR" sz="1400" dirty="0"/>
          </a:p>
          <a:p>
            <a:pPr indent="0" marL="0">
              <a:spcAft>
                <a:spcPts val="400"/>
              </a:spcAft>
              <a:buNone/>
            </a:pPr>
            <a:r>
              <a:rPr lang="ko-KR" altLang="en-US" sz="1900" b="1" dirty="0">
                <a:solidFill>
                  <a:schemeClr val="bg1"/>
                </a:solidFill>
              </a:rPr>
              <a:t>고치는 것보다, 담당자가 "이 수정을 믿어도 되나"를 빨리 판단하게 하는 것</a:t>
            </a:r>
            <a:endParaRPr lang="ko-KR" sz="1400" dirty="0"/>
          </a:p>
        </p:txBody>
      </p:sp>
      <p:sp>
        <p:nvSpPr>
          <p:cNvPr id="25" name="Slide Number Placeholder 0"/>
          <p:cNvSpPr>
            <a:spLocks noGrp="1"/>
          </p:cNvSpPr>
          <p:nvPr>
            <p:ph type="sldNum" sz="quarter" idx="4294967295"/>
          </p:nvPr>
        </p:nvSpPr>
        <p:spPr>
          <a:xfrm>
            <a:off x="10972800" y="6400800"/>
            <a:ext cx="66751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body" hasCustomPrompt="1"/>
          </p:nvPr>
        </p:nvSpPr>
        <p:spPr>
          <a:xfrm>
            <a:off x="548640" y="365760"/>
            <a:ext cx="11064240" cy="320040"/>
          </a:xfrm>
          <a:prstGeom prst="rect">
            <a:avLst/>
          </a:prstGeom>
          <a:noFill/>
          <a:ln/>
        </p:spPr>
        <p:txBody>
          <a:bodyPr wrap="square" lIns="0" tIns="0" rIns="0" bIns="0" rtlCol="0" anchor="ctr"/>
          <a:lstStyle/>
          <a:p>
            <a:pPr algn="l" indent="0" marL="0">
              <a:buNone/>
            </a:pPr>
            <a:r>
              <a:rPr lang="ko-KR" altLang="en-US" sz="1300" b="1" dirty="0">
                <a:solidFill>
                  <a:schemeClr val="accent1"/>
                </a:solidFill>
              </a:rPr>
              <a:t>02 · 담당자의 일이 어떻게 바뀌나</a:t>
            </a:r>
            <a:endParaRPr lang="ko-KR" sz="1300" dirty="0"/>
          </a:p>
        </p:txBody>
      </p:sp>
      <p:sp>
        <p:nvSpPr>
          <p:cNvPr id="3" name="Text 0"/>
          <p:cNvSpPr/>
          <p:nvPr>
            <p:ph idx="101" type="title" hasCustomPrompt="1"/>
          </p:nvPr>
        </p:nvSpPr>
        <p:spPr>
          <a:xfrm>
            <a:off x="548640" y="685800"/>
            <a:ext cx="11064240" cy="685800"/>
          </a:xfrm>
          <a:prstGeom prst="rect">
            <a:avLst/>
          </a:prstGeom>
          <a:noFill/>
          <a:ln/>
        </p:spPr>
        <p:txBody>
          <a:bodyPr wrap="square" lIns="0" tIns="0" rIns="0" bIns="0" rtlCol="0" anchor="ctr"/>
          <a:lstStyle/>
          <a:p>
            <a:pPr algn="l" indent="0" marL="0">
              <a:buNone/>
            </a:pPr>
            <a:r>
              <a:rPr lang="ko-KR" altLang="en-US" sz="2800" b="1" dirty="0">
                <a:solidFill>
                  <a:schemeClr val="tx1"/>
                </a:solidFill>
              </a:rPr>
              <a:t>담당자는 찾고 고치는 대신, 근거를 보고 결정한다</a:t>
            </a:r>
            <a:endParaRPr lang="ko-KR" sz="2800" dirty="0"/>
          </a:p>
        </p:txBody>
      </p:sp>
      <p:sp>
        <p:nvSpPr>
          <p:cNvPr id="4" name="Shape 2"/>
          <p:cNvSpPr/>
          <p:nvPr/>
        </p:nvSpPr>
        <p:spPr>
          <a:xfrm>
            <a:off x="548640" y="1600200"/>
            <a:ext cx="11091672" cy="1188720"/>
          </a:xfrm>
          <a:prstGeom prst="roundRect">
            <a:avLst>
              <a:gd name="adj" fmla="val 6154"/>
            </a:avLst>
          </a:prstGeom>
          <a:solidFill>
            <a:schemeClr val="bg2"/>
          </a:solidFill>
          <a:ln/>
        </p:spPr>
      </p:sp>
      <p:sp>
        <p:nvSpPr>
          <p:cNvPr id="5" name="Text 3"/>
          <p:cNvSpPr txBox="1"/>
          <p:nvPr/>
        </p:nvSpPr>
        <p:spPr>
          <a:xfrm>
            <a:off x="777240" y="1600200"/>
            <a:ext cx="1188720" cy="1188720"/>
          </a:xfrm>
          <a:prstGeom prst="rect">
            <a:avLst/>
          </a:prstGeom>
          <a:noFill/>
          <a:ln/>
        </p:spPr>
        <p:txBody>
          <a:bodyPr wrap="square" lIns="0" tIns="0" rIns="0" bIns="0" rtlCol="0" anchor="ctr"/>
          <a:lstStyle/>
          <a:p>
            <a:pPr indent="0" marL="0">
              <a:buNone/>
            </a:pPr>
            <a:r>
              <a:rPr lang="ko-KR" altLang="en-US" sz="1600" b="1" dirty="0">
                <a:solidFill>
                  <a:schemeClr val="tx1"/>
                </a:solidFill>
              </a:rPr>
              <a:t>지금</a:t>
            </a:r>
            <a:endParaRPr lang="ko-KR" sz="1400" dirty="0"/>
          </a:p>
          <a:p>
            <a:pPr indent="0" marL="0">
              <a:buNone/>
            </a:pPr>
            <a:r>
              <a:rPr lang="ko-KR" altLang="en-US" sz="1200" dirty="0">
                <a:solidFill>
                  <a:schemeClr val="accent6"/>
                </a:solidFill>
              </a:rPr>
              <a:t>사람이 전부</a:t>
            </a:r>
            <a:endParaRPr lang="ko-KR" sz="1400" dirty="0"/>
          </a:p>
        </p:txBody>
      </p:sp>
      <p:sp>
        <p:nvSpPr>
          <p:cNvPr id="6" name="Text 4"/>
          <p:cNvSpPr/>
          <p:nvPr/>
        </p:nvSpPr>
        <p:spPr>
          <a:xfrm>
            <a:off x="2011680" y="1920240"/>
            <a:ext cx="1463040" cy="548640"/>
          </a:xfrm>
          <a:prstGeom prst="roundRect">
            <a:avLst>
              <a:gd name="adj" fmla="val 25000"/>
            </a:avLst>
          </a:prstGeom>
          <a:solidFill>
            <a:schemeClr val="bg1"/>
          </a:solidFill>
          <a:ln/>
        </p:spPr>
        <p:txBody>
          <a:bodyPr wrap="square" lIns="25400" tIns="25400" rIns="25400" bIns="25400" rtlCol="0" anchor="ctr"/>
          <a:lstStyle/>
          <a:p>
            <a:pPr algn="ctr" indent="0" marL="0">
              <a:buNone/>
            </a:pPr>
            <a:r>
              <a:rPr lang="ko-KR" altLang="en-US" sz="1300" dirty="0">
                <a:solidFill>
                  <a:schemeClr val="tx1"/>
                </a:solidFill>
              </a:rPr>
              <a:t>티켓 읽기</a:t>
            </a:r>
            <a:endParaRPr lang="ko-KR" sz="1300" dirty="0"/>
          </a:p>
        </p:txBody>
      </p:sp>
      <p:sp>
        <p:nvSpPr>
          <p:cNvPr id="7" name="Shape 5"/>
          <p:cNvSpPr/>
          <p:nvPr/>
        </p:nvSpPr>
        <p:spPr>
          <a:xfrm>
            <a:off x="3493008" y="2194560"/>
            <a:ext cx="100584" cy="0"/>
          </a:xfrm>
          <a:prstGeom prst="line">
            <a:avLst/>
          </a:prstGeom>
          <a:noFill/>
          <a:ln w="12700">
            <a:solidFill>
              <a:srgbClr val="5A6762"/>
            </a:solidFill>
            <a:prstDash val="solid"/>
            <a:tailEnd type="triangle"/>
          </a:ln>
        </p:spPr>
      </p:sp>
      <p:sp>
        <p:nvSpPr>
          <p:cNvPr id="8" name="Text 6"/>
          <p:cNvSpPr/>
          <p:nvPr/>
        </p:nvSpPr>
        <p:spPr>
          <a:xfrm>
            <a:off x="3611880" y="1920240"/>
            <a:ext cx="1463040" cy="548640"/>
          </a:xfrm>
          <a:prstGeom prst="roundRect">
            <a:avLst>
              <a:gd name="adj" fmla="val 25000"/>
            </a:avLst>
          </a:prstGeom>
          <a:solidFill>
            <a:schemeClr val="accent4">
              <a:alpha val="15000"/>
            </a:schemeClr>
          </a:solidFill>
          <a:ln/>
        </p:spPr>
        <p:txBody>
          <a:bodyPr wrap="square" lIns="25400" tIns="25400" rIns="25400" bIns="25400" rtlCol="0" anchor="ctr"/>
          <a:lstStyle/>
          <a:p>
            <a:pPr algn="ctr" indent="0" marL="0">
              <a:buNone/>
            </a:pPr>
            <a:r>
              <a:rPr lang="ko-KR" altLang="en-US" sz="1300" b="1" dirty="0">
                <a:solidFill>
                  <a:schemeClr val="accent4"/>
                </a:solidFill>
              </a:rPr>
              <a:t>원인 찾기 1~2시간</a:t>
            </a:r>
            <a:endParaRPr lang="ko-KR" sz="1300" dirty="0"/>
          </a:p>
        </p:txBody>
      </p:sp>
      <p:sp>
        <p:nvSpPr>
          <p:cNvPr id="9" name="Shape 7"/>
          <p:cNvSpPr/>
          <p:nvPr/>
        </p:nvSpPr>
        <p:spPr>
          <a:xfrm>
            <a:off x="5093208" y="2194560"/>
            <a:ext cx="100584" cy="0"/>
          </a:xfrm>
          <a:prstGeom prst="line">
            <a:avLst/>
          </a:prstGeom>
          <a:noFill/>
          <a:ln w="12700">
            <a:solidFill>
              <a:srgbClr val="5A6762"/>
            </a:solidFill>
            <a:prstDash val="solid"/>
            <a:tailEnd type="triangle"/>
          </a:ln>
        </p:spPr>
      </p:sp>
      <p:sp>
        <p:nvSpPr>
          <p:cNvPr id="10" name="Text 8"/>
          <p:cNvSpPr/>
          <p:nvPr/>
        </p:nvSpPr>
        <p:spPr>
          <a:xfrm>
            <a:off x="5212080" y="1920240"/>
            <a:ext cx="1463040" cy="548640"/>
          </a:xfrm>
          <a:prstGeom prst="roundRect">
            <a:avLst>
              <a:gd name="adj" fmla="val 25000"/>
            </a:avLst>
          </a:prstGeom>
          <a:solidFill>
            <a:schemeClr val="bg1"/>
          </a:solidFill>
          <a:ln/>
        </p:spPr>
        <p:txBody>
          <a:bodyPr wrap="square" lIns="25400" tIns="25400" rIns="25400" bIns="25400" rtlCol="0" anchor="ctr"/>
          <a:lstStyle/>
          <a:p>
            <a:pPr algn="ctr" indent="0" marL="0">
              <a:buNone/>
            </a:pPr>
            <a:r>
              <a:rPr lang="ko-KR" altLang="en-US" sz="1300" dirty="0">
                <a:solidFill>
                  <a:schemeClr val="tx1"/>
                </a:solidFill>
              </a:rPr>
              <a:t>수정</a:t>
            </a:r>
            <a:endParaRPr lang="ko-KR" sz="1300" dirty="0"/>
          </a:p>
        </p:txBody>
      </p:sp>
      <p:sp>
        <p:nvSpPr>
          <p:cNvPr id="11" name="Shape 9"/>
          <p:cNvSpPr/>
          <p:nvPr/>
        </p:nvSpPr>
        <p:spPr>
          <a:xfrm>
            <a:off x="6693408" y="2194560"/>
            <a:ext cx="100584" cy="0"/>
          </a:xfrm>
          <a:prstGeom prst="line">
            <a:avLst/>
          </a:prstGeom>
          <a:noFill/>
          <a:ln w="12700">
            <a:solidFill>
              <a:srgbClr val="5A6762"/>
            </a:solidFill>
            <a:prstDash val="solid"/>
            <a:tailEnd type="triangle"/>
          </a:ln>
        </p:spPr>
      </p:sp>
      <p:sp>
        <p:nvSpPr>
          <p:cNvPr id="12" name="Text 10"/>
          <p:cNvSpPr/>
          <p:nvPr/>
        </p:nvSpPr>
        <p:spPr>
          <a:xfrm>
            <a:off x="6812280" y="1920240"/>
            <a:ext cx="1463040" cy="548640"/>
          </a:xfrm>
          <a:prstGeom prst="roundRect">
            <a:avLst>
              <a:gd name="adj" fmla="val 25000"/>
            </a:avLst>
          </a:prstGeom>
          <a:solidFill>
            <a:schemeClr val="accent4">
              <a:alpha val="15000"/>
            </a:schemeClr>
          </a:solidFill>
          <a:ln/>
        </p:spPr>
        <p:txBody>
          <a:bodyPr wrap="square" lIns="25400" tIns="25400" rIns="25400" bIns="25400" rtlCol="0" anchor="ctr"/>
          <a:lstStyle/>
          <a:p>
            <a:pPr algn="ctr" indent="0" marL="0">
              <a:buNone/>
            </a:pPr>
            <a:r>
              <a:rPr lang="ko-KR" altLang="en-US" sz="1300" b="1" dirty="0">
                <a:solidFill>
                  <a:schemeClr val="accent4"/>
                </a:solidFill>
              </a:rPr>
              <a:t>회귀 확인</a:t>
            </a:r>
            <a:endParaRPr lang="ko-KR" sz="1300" dirty="0"/>
          </a:p>
        </p:txBody>
      </p:sp>
      <p:sp>
        <p:nvSpPr>
          <p:cNvPr id="13" name="Shape 11"/>
          <p:cNvSpPr/>
          <p:nvPr/>
        </p:nvSpPr>
        <p:spPr>
          <a:xfrm>
            <a:off x="8293608" y="2194560"/>
            <a:ext cx="100584" cy="0"/>
          </a:xfrm>
          <a:prstGeom prst="line">
            <a:avLst/>
          </a:prstGeom>
          <a:noFill/>
          <a:ln w="12700">
            <a:solidFill>
              <a:srgbClr val="5A6762"/>
            </a:solidFill>
            <a:prstDash val="solid"/>
            <a:tailEnd type="triangle"/>
          </a:ln>
        </p:spPr>
      </p:sp>
      <p:sp>
        <p:nvSpPr>
          <p:cNvPr id="14" name="Text 12"/>
          <p:cNvSpPr/>
          <p:nvPr/>
        </p:nvSpPr>
        <p:spPr>
          <a:xfrm>
            <a:off x="8412480" y="1920240"/>
            <a:ext cx="1463040" cy="548640"/>
          </a:xfrm>
          <a:prstGeom prst="roundRect">
            <a:avLst>
              <a:gd name="adj" fmla="val 25000"/>
            </a:avLst>
          </a:prstGeom>
          <a:solidFill>
            <a:schemeClr val="accent4">
              <a:alpha val="15000"/>
            </a:schemeClr>
          </a:solidFill>
          <a:ln/>
        </p:spPr>
        <p:txBody>
          <a:bodyPr wrap="square" lIns="25400" tIns="25400" rIns="25400" bIns="25400" rtlCol="0" anchor="ctr"/>
          <a:lstStyle/>
          <a:p>
            <a:pPr algn="ctr" indent="0" marL="0">
              <a:buNone/>
            </a:pPr>
            <a:r>
              <a:rPr lang="ko-KR" altLang="en-US" sz="1300" b="1" dirty="0">
                <a:solidFill>
                  <a:schemeClr val="accent4"/>
                </a:solidFill>
              </a:rPr>
              <a:t>규칙·이력 대조</a:t>
            </a:r>
            <a:endParaRPr lang="ko-KR" sz="1300" dirty="0"/>
          </a:p>
        </p:txBody>
      </p:sp>
      <p:sp>
        <p:nvSpPr>
          <p:cNvPr id="15" name="Shape 13"/>
          <p:cNvSpPr/>
          <p:nvPr/>
        </p:nvSpPr>
        <p:spPr>
          <a:xfrm>
            <a:off x="9893808" y="2194560"/>
            <a:ext cx="100584" cy="0"/>
          </a:xfrm>
          <a:prstGeom prst="line">
            <a:avLst/>
          </a:prstGeom>
          <a:noFill/>
          <a:ln w="12700">
            <a:solidFill>
              <a:srgbClr val="5A6762"/>
            </a:solidFill>
            <a:prstDash val="solid"/>
            <a:tailEnd type="triangle"/>
          </a:ln>
        </p:spPr>
      </p:sp>
      <p:sp>
        <p:nvSpPr>
          <p:cNvPr id="16" name="Text 14"/>
          <p:cNvSpPr/>
          <p:nvPr/>
        </p:nvSpPr>
        <p:spPr>
          <a:xfrm>
            <a:off x="10012680" y="1920240"/>
            <a:ext cx="1463040" cy="548640"/>
          </a:xfrm>
          <a:prstGeom prst="roundRect">
            <a:avLst>
              <a:gd name="adj" fmla="val 25000"/>
            </a:avLst>
          </a:prstGeom>
          <a:solidFill>
            <a:schemeClr val="bg1"/>
          </a:solidFill>
          <a:ln/>
        </p:spPr>
        <p:txBody>
          <a:bodyPr wrap="square" lIns="25400" tIns="25400" rIns="25400" bIns="25400" rtlCol="0" anchor="ctr"/>
          <a:lstStyle/>
          <a:p>
            <a:pPr algn="ctr" indent="0" marL="0">
              <a:buNone/>
            </a:pPr>
            <a:r>
              <a:rPr lang="ko-KR" altLang="en-US" sz="1300" dirty="0">
                <a:solidFill>
                  <a:schemeClr val="tx1"/>
                </a:solidFill>
              </a:rPr>
              <a:t>배포 요청</a:t>
            </a:r>
            <a:endParaRPr lang="ko-KR" sz="1300" dirty="0"/>
          </a:p>
        </p:txBody>
      </p:sp>
      <p:sp>
        <p:nvSpPr>
          <p:cNvPr id="17" name="Shape 15"/>
          <p:cNvSpPr/>
          <p:nvPr/>
        </p:nvSpPr>
        <p:spPr>
          <a:xfrm>
            <a:off x="548640" y="2971800"/>
            <a:ext cx="11091672" cy="1691640"/>
          </a:xfrm>
          <a:prstGeom prst="roundRect">
            <a:avLst>
              <a:gd name="adj" fmla="val 4324"/>
            </a:avLst>
          </a:prstGeom>
          <a:solidFill>
            <a:schemeClr val="accent1">
              <a:alpha val="10000"/>
            </a:schemeClr>
          </a:solidFill>
          <a:ln/>
        </p:spPr>
      </p:sp>
      <p:sp>
        <p:nvSpPr>
          <p:cNvPr id="18" name="Text 16"/>
          <p:cNvSpPr txBox="1"/>
          <p:nvPr/>
        </p:nvSpPr>
        <p:spPr>
          <a:xfrm>
            <a:off x="777240" y="2971800"/>
            <a:ext cx="1188720" cy="1325880"/>
          </a:xfrm>
          <a:prstGeom prst="rect">
            <a:avLst/>
          </a:prstGeom>
          <a:noFill/>
          <a:ln/>
        </p:spPr>
        <p:txBody>
          <a:bodyPr wrap="square" lIns="0" tIns="0" rIns="0" bIns="0" rtlCol="0" anchor="ctr"/>
          <a:lstStyle/>
          <a:p>
            <a:pPr indent="0" marL="0">
              <a:buNone/>
            </a:pPr>
            <a:r>
              <a:rPr lang="ko-KR" altLang="en-US" sz="1600" b="1" dirty="0">
                <a:solidFill>
                  <a:schemeClr val="accent1"/>
                </a:solidFill>
              </a:rPr>
              <a:t>RedFix</a:t>
            </a:r>
            <a:endParaRPr lang="ko-KR" sz="1400" dirty="0"/>
          </a:p>
          <a:p>
            <a:pPr indent="0" marL="0">
              <a:buNone/>
            </a:pPr>
            <a:r>
              <a:rPr lang="ko-KR" altLang="en-US" sz="1200" dirty="0">
                <a:solidFill>
                  <a:schemeClr val="accent6"/>
                </a:solidFill>
              </a:rPr>
              <a:t>담당자는 결정만</a:t>
            </a:r>
            <a:endParaRPr lang="ko-KR" sz="1400" dirty="0"/>
          </a:p>
        </p:txBody>
      </p:sp>
      <p:sp>
        <p:nvSpPr>
          <p:cNvPr id="19" name="Shape 17"/>
          <p:cNvSpPr/>
          <p:nvPr/>
        </p:nvSpPr>
        <p:spPr>
          <a:xfrm>
            <a:off x="2011680" y="3291840"/>
            <a:ext cx="1325880" cy="822960"/>
          </a:xfrm>
          <a:prstGeom prst="roundRect">
            <a:avLst>
              <a:gd name="adj" fmla="val 8889"/>
            </a:avLst>
          </a:prstGeom>
          <a:solidFill>
            <a:schemeClr val="bg1"/>
          </a:solidFill>
          <a:ln w="19050">
            <a:solidFill>
              <a:schemeClr val="accent1"/>
            </a:solidFill>
            <a:prstDash val="solid"/>
          </a:ln>
        </p:spPr>
      </p:sp>
      <p:sp>
        <p:nvSpPr>
          <p:cNvPr id="20" name="Text 18"/>
          <p:cNvSpPr txBox="1"/>
          <p:nvPr/>
        </p:nvSpPr>
        <p:spPr>
          <a:xfrm>
            <a:off x="2084832" y="3291840"/>
            <a:ext cx="1179576" cy="822960"/>
          </a:xfrm>
          <a:prstGeom prst="rect">
            <a:avLst/>
          </a:prstGeom>
          <a:noFill/>
          <a:ln/>
        </p:spPr>
        <p:txBody>
          <a:bodyPr wrap="square" lIns="0" tIns="0" rIns="0" bIns="0" rtlCol="0" anchor="ctr"/>
          <a:lstStyle/>
          <a:p>
            <a:pPr algn="ctr" indent="0" marL="0">
              <a:buNone/>
            </a:pPr>
            <a:r>
              <a:rPr lang="ko-KR" altLang="en-US" sz="1400" b="1" dirty="0">
                <a:solidFill>
                  <a:schemeClr val="tx1"/>
                </a:solidFill>
              </a:rPr>
              <a:t>티켓 등록</a:t>
            </a:r>
            <a:endParaRPr lang="ko-KR" sz="1400" dirty="0"/>
          </a:p>
          <a:p>
            <a:pPr algn="ctr" indent="0" marL="0">
              <a:buNone/>
            </a:pPr>
            <a:r>
              <a:rPr lang="ko-KR" altLang="en-US" sz="1100" b="1" dirty="0">
                <a:solidFill>
                  <a:schemeClr val="accent1"/>
                </a:solidFill>
              </a:rPr>
              <a:t>담당자</a:t>
            </a:r>
            <a:endParaRPr lang="ko-KR" sz="1400" dirty="0"/>
          </a:p>
        </p:txBody>
      </p:sp>
      <p:sp>
        <p:nvSpPr>
          <p:cNvPr id="21" name="Shape 19"/>
          <p:cNvSpPr/>
          <p:nvPr/>
        </p:nvSpPr>
        <p:spPr>
          <a:xfrm>
            <a:off x="3355848" y="3703320"/>
            <a:ext cx="146304" cy="0"/>
          </a:xfrm>
          <a:prstGeom prst="line">
            <a:avLst/>
          </a:prstGeom>
          <a:noFill/>
          <a:ln w="19050">
            <a:solidFill>
              <a:srgbClr val="0D6B60"/>
            </a:solidFill>
            <a:prstDash val="solid"/>
            <a:tailEnd type="triangle"/>
          </a:ln>
        </p:spPr>
      </p:sp>
      <p:sp>
        <p:nvSpPr>
          <p:cNvPr id="22" name="Shape 20"/>
          <p:cNvSpPr/>
          <p:nvPr/>
        </p:nvSpPr>
        <p:spPr>
          <a:xfrm>
            <a:off x="3520440" y="3291840"/>
            <a:ext cx="4754880" cy="822960"/>
          </a:xfrm>
          <a:prstGeom prst="roundRect">
            <a:avLst>
              <a:gd name="adj" fmla="val 8889"/>
            </a:avLst>
          </a:prstGeom>
          <a:solidFill>
            <a:schemeClr val="accent1"/>
          </a:solidFill>
          <a:ln/>
        </p:spPr>
      </p:sp>
      <p:sp>
        <p:nvSpPr>
          <p:cNvPr id="23" name="Text 21"/>
          <p:cNvSpPr txBox="1"/>
          <p:nvPr/>
        </p:nvSpPr>
        <p:spPr>
          <a:xfrm>
            <a:off x="3611880" y="3291840"/>
            <a:ext cx="4572000" cy="822960"/>
          </a:xfrm>
          <a:prstGeom prst="rect">
            <a:avLst/>
          </a:prstGeom>
          <a:noFill/>
          <a:ln/>
        </p:spPr>
        <p:txBody>
          <a:bodyPr wrap="square" lIns="0" tIns="0" rIns="0" bIns="0" rtlCol="0" anchor="ctr"/>
          <a:lstStyle/>
          <a:p>
            <a:pPr algn="ctr" indent="0" marL="0">
              <a:buNone/>
            </a:pPr>
            <a:r>
              <a:rPr lang="ko-KR" altLang="en-US" sz="1500" b="1" dirty="0">
                <a:solidFill>
                  <a:schemeClr val="bg1"/>
                </a:solidFill>
              </a:rPr>
              <a:t>자동 처리 · 평균 5.1분</a:t>
            </a:r>
            <a:endParaRPr lang="ko-KR" sz="1400" dirty="0"/>
          </a:p>
          <a:p>
            <a:pPr algn="ctr" indent="0" marL="0">
              <a:buNone/>
            </a:pPr>
            <a:r>
              <a:rPr lang="ko-KR" altLang="en-US" sz="1200" dirty="0">
                <a:solidFill>
                  <a:schemeClr val="bg1"/>
                </a:solidFill>
              </a:rPr>
              <a:t>접수 검사 → 분석 → 수정 → 공격 → 판정</a:t>
            </a:r>
            <a:endParaRPr lang="ko-KR" sz="1400" dirty="0"/>
          </a:p>
        </p:txBody>
      </p:sp>
      <p:sp>
        <p:nvSpPr>
          <p:cNvPr id="24" name="Shape 22"/>
          <p:cNvSpPr/>
          <p:nvPr/>
        </p:nvSpPr>
        <p:spPr>
          <a:xfrm>
            <a:off x="8293608" y="3703320"/>
            <a:ext cx="146304" cy="0"/>
          </a:xfrm>
          <a:prstGeom prst="line">
            <a:avLst/>
          </a:prstGeom>
          <a:noFill/>
          <a:ln w="19050">
            <a:solidFill>
              <a:srgbClr val="0D6B60"/>
            </a:solidFill>
            <a:prstDash val="solid"/>
            <a:tailEnd type="triangle"/>
          </a:ln>
        </p:spPr>
      </p:sp>
      <p:sp>
        <p:nvSpPr>
          <p:cNvPr id="25" name="Shape 23"/>
          <p:cNvSpPr/>
          <p:nvPr/>
        </p:nvSpPr>
        <p:spPr>
          <a:xfrm>
            <a:off x="8458200" y="3291840"/>
            <a:ext cx="1691640" cy="822960"/>
          </a:xfrm>
          <a:prstGeom prst="roundRect">
            <a:avLst>
              <a:gd name="adj" fmla="val 8889"/>
            </a:avLst>
          </a:prstGeom>
          <a:solidFill>
            <a:schemeClr val="bg1"/>
          </a:solidFill>
          <a:ln w="19050">
            <a:solidFill>
              <a:schemeClr val="accent1"/>
            </a:solidFill>
            <a:prstDash val="solid"/>
          </a:ln>
        </p:spPr>
      </p:sp>
      <p:sp>
        <p:nvSpPr>
          <p:cNvPr id="26" name="Text 24"/>
          <p:cNvSpPr txBox="1"/>
          <p:nvPr/>
        </p:nvSpPr>
        <p:spPr>
          <a:xfrm>
            <a:off x="8531352" y="3291840"/>
            <a:ext cx="1545336" cy="822960"/>
          </a:xfrm>
          <a:prstGeom prst="rect">
            <a:avLst/>
          </a:prstGeom>
          <a:noFill/>
          <a:ln/>
        </p:spPr>
        <p:txBody>
          <a:bodyPr wrap="square" lIns="0" tIns="0" rIns="0" bIns="0" rtlCol="0" anchor="ctr"/>
          <a:lstStyle/>
          <a:p>
            <a:pPr algn="ctr" indent="0" marL="0">
              <a:buNone/>
            </a:pPr>
            <a:r>
              <a:rPr lang="ko-KR" altLang="en-US" sz="1400" b="1" dirty="0">
                <a:solidFill>
                  <a:schemeClr val="tx1"/>
                </a:solidFill>
              </a:rPr>
              <a:t>근거·diff·검증 확인</a:t>
            </a:r>
            <a:endParaRPr lang="ko-KR" sz="1400" dirty="0"/>
          </a:p>
          <a:p>
            <a:pPr algn="ctr" indent="0" marL="0">
              <a:buNone/>
            </a:pPr>
            <a:r>
              <a:rPr lang="ko-KR" altLang="en-US" sz="1100" b="1" dirty="0">
                <a:solidFill>
                  <a:schemeClr val="accent1"/>
                </a:solidFill>
              </a:rPr>
              <a:t>담당자</a:t>
            </a:r>
            <a:endParaRPr lang="ko-KR" sz="1400" dirty="0"/>
          </a:p>
        </p:txBody>
      </p:sp>
      <p:sp>
        <p:nvSpPr>
          <p:cNvPr id="27" name="Shape 25"/>
          <p:cNvSpPr/>
          <p:nvPr/>
        </p:nvSpPr>
        <p:spPr>
          <a:xfrm>
            <a:off x="10168128" y="3703320"/>
            <a:ext cx="146304" cy="0"/>
          </a:xfrm>
          <a:prstGeom prst="line">
            <a:avLst/>
          </a:prstGeom>
          <a:noFill/>
          <a:ln w="19050">
            <a:solidFill>
              <a:srgbClr val="0D6B60"/>
            </a:solidFill>
            <a:prstDash val="solid"/>
            <a:tailEnd type="triangle"/>
          </a:ln>
        </p:spPr>
      </p:sp>
      <p:sp>
        <p:nvSpPr>
          <p:cNvPr id="28" name="Shape 26"/>
          <p:cNvSpPr/>
          <p:nvPr/>
        </p:nvSpPr>
        <p:spPr>
          <a:xfrm>
            <a:off x="10332720" y="3291840"/>
            <a:ext cx="1143000" cy="822960"/>
          </a:xfrm>
          <a:prstGeom prst="roundRect">
            <a:avLst>
              <a:gd name="adj" fmla="val 8889"/>
            </a:avLst>
          </a:prstGeom>
          <a:solidFill>
            <a:schemeClr val="bg1"/>
          </a:solidFill>
          <a:ln w="19050">
            <a:solidFill>
              <a:schemeClr val="accent1"/>
            </a:solidFill>
            <a:prstDash val="solid"/>
          </a:ln>
        </p:spPr>
      </p:sp>
      <p:sp>
        <p:nvSpPr>
          <p:cNvPr id="29" name="Text 27"/>
          <p:cNvSpPr txBox="1"/>
          <p:nvPr/>
        </p:nvSpPr>
        <p:spPr>
          <a:xfrm>
            <a:off x="10405872" y="3291840"/>
            <a:ext cx="996696" cy="822960"/>
          </a:xfrm>
          <a:prstGeom prst="rect">
            <a:avLst/>
          </a:prstGeom>
          <a:noFill/>
          <a:ln/>
        </p:spPr>
        <p:txBody>
          <a:bodyPr wrap="square" lIns="0" tIns="0" rIns="0" bIns="0" rtlCol="0" anchor="ctr"/>
          <a:lstStyle/>
          <a:p>
            <a:pPr algn="ctr" indent="0" marL="0">
              <a:buNone/>
            </a:pPr>
            <a:r>
              <a:rPr lang="ko-KR" altLang="en-US" sz="1400" b="1" dirty="0">
                <a:solidFill>
                  <a:schemeClr val="tx1"/>
                </a:solidFill>
              </a:rPr>
              <a:t>승인 / 반려</a:t>
            </a:r>
            <a:endParaRPr lang="ko-KR" sz="1400" dirty="0"/>
          </a:p>
          <a:p>
            <a:pPr algn="ctr" indent="0" marL="0">
              <a:buNone/>
            </a:pPr>
            <a:r>
              <a:rPr lang="ko-KR" altLang="en-US" sz="1100" b="1" dirty="0">
                <a:solidFill>
                  <a:schemeClr val="accent1"/>
                </a:solidFill>
              </a:rPr>
              <a:t>담당자</a:t>
            </a:r>
            <a:endParaRPr lang="ko-KR" sz="1400" dirty="0"/>
          </a:p>
        </p:txBody>
      </p:sp>
      <p:sp>
        <p:nvSpPr>
          <p:cNvPr id="30" name="Text 28"/>
          <p:cNvSpPr txBox="1"/>
          <p:nvPr/>
        </p:nvSpPr>
        <p:spPr>
          <a:xfrm>
            <a:off x="3520440" y="4206240"/>
            <a:ext cx="7955280" cy="320040"/>
          </a:xfrm>
          <a:prstGeom prst="rect">
            <a:avLst/>
          </a:prstGeom>
          <a:noFill/>
          <a:ln/>
        </p:spPr>
        <p:txBody>
          <a:bodyPr wrap="square" lIns="0" tIns="0" rIns="0" bIns="0" rtlCol="0" anchor="t"/>
          <a:lstStyle/>
          <a:p>
            <a:pPr indent="0" marL="0">
              <a:buNone/>
            </a:pPr>
            <a:r>
              <a:rPr lang="ko-KR" altLang="en-US" sz="1200" b="1" dirty="0">
                <a:solidFill>
                  <a:schemeClr val="accent4"/>
                </a:solidFill>
              </a:rPr>
              <a:t>막히면 억지로 고치지 않고 사유와 함께 넘긴다 — 보완 요청 · 원인 확신 불가 · 재시도 3회 초과</a:t>
            </a:r>
            <a:endParaRPr lang="ko-KR" sz="1200" dirty="0"/>
          </a:p>
        </p:txBody>
      </p:sp>
      <p:sp>
        <p:nvSpPr>
          <p:cNvPr id="31" name="Shape 29"/>
          <p:cNvSpPr/>
          <p:nvPr/>
        </p:nvSpPr>
        <p:spPr>
          <a:xfrm>
            <a:off x="548640" y="4892040"/>
            <a:ext cx="3538728" cy="1234440"/>
          </a:xfrm>
          <a:prstGeom prst="roundRect">
            <a:avLst>
              <a:gd name="adj" fmla="val 5926"/>
            </a:avLst>
          </a:prstGeom>
          <a:solidFill>
            <a:schemeClr val="bg2"/>
          </a:solidFill>
          <a:ln/>
        </p:spPr>
      </p:sp>
      <p:sp>
        <p:nvSpPr>
          <p:cNvPr id="32" name="Text 30"/>
          <p:cNvSpPr txBox="1"/>
          <p:nvPr/>
        </p:nvSpPr>
        <p:spPr>
          <a:xfrm>
            <a:off x="777240" y="4983480"/>
            <a:ext cx="3108960" cy="548640"/>
          </a:xfrm>
          <a:prstGeom prst="rect">
            <a:avLst/>
          </a:prstGeom>
          <a:noFill/>
          <a:ln/>
        </p:spPr>
        <p:txBody>
          <a:bodyPr wrap="square" lIns="0" tIns="0" rIns="0" bIns="0" rtlCol="0" anchor="ctr"/>
          <a:lstStyle/>
          <a:p>
            <a:pPr indent="0" marL="0">
              <a:buNone/>
            </a:pPr>
            <a:r>
              <a:rPr lang="ko-KR" altLang="en-US" sz="2600" b="1" dirty="0">
                <a:solidFill>
                  <a:schemeClr val="accent1"/>
                </a:solidFill>
              </a:rPr>
              <a:t>5.1분</a:t>
            </a:r>
            <a:endParaRPr lang="ko-KR" sz="2600" dirty="0"/>
          </a:p>
        </p:txBody>
      </p:sp>
      <p:sp>
        <p:nvSpPr>
          <p:cNvPr id="33" name="Text 31"/>
          <p:cNvSpPr txBox="1"/>
          <p:nvPr/>
        </p:nvSpPr>
        <p:spPr>
          <a:xfrm>
            <a:off x="777240" y="5559552"/>
            <a:ext cx="3200400" cy="411480"/>
          </a:xfrm>
          <a:prstGeom prst="rect">
            <a:avLst/>
          </a:prstGeom>
          <a:noFill/>
          <a:ln/>
        </p:spPr>
        <p:txBody>
          <a:bodyPr wrap="square" lIns="0" tIns="0" rIns="0" bIns="0" rtlCol="0" anchor="ctr"/>
          <a:lstStyle/>
          <a:p>
            <a:pPr indent="0" marL="0">
              <a:buNone/>
            </a:pPr>
            <a:r>
              <a:rPr lang="ko-KR" altLang="en-US" sz="1200" dirty="0">
                <a:solidFill>
                  <a:schemeClr val="accent6"/>
                </a:solidFill>
              </a:rPr>
              <a:t>접수부터 승인 요청까지 평균 (목표 15분)</a:t>
            </a:r>
            <a:endParaRPr lang="ko-KR" sz="1200" dirty="0"/>
          </a:p>
        </p:txBody>
      </p:sp>
      <p:sp>
        <p:nvSpPr>
          <p:cNvPr id="34" name="Shape 32"/>
          <p:cNvSpPr/>
          <p:nvPr/>
        </p:nvSpPr>
        <p:spPr>
          <a:xfrm>
            <a:off x="4325112" y="4892040"/>
            <a:ext cx="3538728" cy="1234440"/>
          </a:xfrm>
          <a:prstGeom prst="roundRect">
            <a:avLst>
              <a:gd name="adj" fmla="val 5926"/>
            </a:avLst>
          </a:prstGeom>
          <a:solidFill>
            <a:schemeClr val="bg2"/>
          </a:solidFill>
          <a:ln/>
        </p:spPr>
      </p:sp>
      <p:sp>
        <p:nvSpPr>
          <p:cNvPr id="35" name="Text 33"/>
          <p:cNvSpPr txBox="1"/>
          <p:nvPr/>
        </p:nvSpPr>
        <p:spPr>
          <a:xfrm>
            <a:off x="4553712" y="4983480"/>
            <a:ext cx="3108960" cy="548640"/>
          </a:xfrm>
          <a:prstGeom prst="rect">
            <a:avLst/>
          </a:prstGeom>
          <a:noFill/>
          <a:ln/>
        </p:spPr>
        <p:txBody>
          <a:bodyPr wrap="square" lIns="0" tIns="0" rIns="0" bIns="0" rtlCol="0" anchor="ctr"/>
          <a:lstStyle/>
          <a:p>
            <a:pPr indent="0" marL="0">
              <a:buNone/>
            </a:pPr>
            <a:r>
              <a:rPr lang="ko-KR" altLang="en-US" sz="2600" b="1" dirty="0">
                <a:solidFill>
                  <a:schemeClr val="accent1"/>
                </a:solidFill>
              </a:rPr>
              <a:t>약 $0.4</a:t>
            </a:r>
            <a:endParaRPr lang="ko-KR" sz="2600" dirty="0"/>
          </a:p>
        </p:txBody>
      </p:sp>
      <p:sp>
        <p:nvSpPr>
          <p:cNvPr id="36" name="Text 34"/>
          <p:cNvSpPr txBox="1"/>
          <p:nvPr/>
        </p:nvSpPr>
        <p:spPr>
          <a:xfrm>
            <a:off x="4553712" y="5559552"/>
            <a:ext cx="3200400" cy="411480"/>
          </a:xfrm>
          <a:prstGeom prst="rect">
            <a:avLst/>
          </a:prstGeom>
          <a:noFill/>
          <a:ln/>
        </p:spPr>
        <p:txBody>
          <a:bodyPr wrap="square" lIns="0" tIns="0" rIns="0" bIns="0" rtlCol="0" anchor="ctr"/>
          <a:lstStyle/>
          <a:p>
            <a:pPr indent="0" marL="0">
              <a:buNone/>
            </a:pPr>
            <a:r>
              <a:rPr lang="ko-KR" altLang="en-US" sz="1200" dirty="0">
                <a:solidFill>
                  <a:schemeClr val="accent6"/>
                </a:solidFill>
              </a:rPr>
              <a:t>티켓당 평균 API 비용 (E2E 20건)</a:t>
            </a:r>
            <a:endParaRPr lang="ko-KR" sz="1200" dirty="0"/>
          </a:p>
        </p:txBody>
      </p:sp>
      <p:sp>
        <p:nvSpPr>
          <p:cNvPr id="37" name="Shape 35"/>
          <p:cNvSpPr/>
          <p:nvPr/>
        </p:nvSpPr>
        <p:spPr>
          <a:xfrm>
            <a:off x="8101584" y="4892040"/>
            <a:ext cx="3538728" cy="1234440"/>
          </a:xfrm>
          <a:prstGeom prst="roundRect">
            <a:avLst>
              <a:gd name="adj" fmla="val 5926"/>
            </a:avLst>
          </a:prstGeom>
          <a:solidFill>
            <a:schemeClr val="bg2"/>
          </a:solidFill>
          <a:ln/>
        </p:spPr>
      </p:sp>
      <p:sp>
        <p:nvSpPr>
          <p:cNvPr id="38" name="Text 36"/>
          <p:cNvSpPr txBox="1"/>
          <p:nvPr/>
        </p:nvSpPr>
        <p:spPr>
          <a:xfrm>
            <a:off x="8330184" y="4983480"/>
            <a:ext cx="3108960" cy="548640"/>
          </a:xfrm>
          <a:prstGeom prst="rect">
            <a:avLst/>
          </a:prstGeom>
          <a:noFill/>
          <a:ln/>
        </p:spPr>
        <p:txBody>
          <a:bodyPr wrap="square" lIns="0" tIns="0" rIns="0" bIns="0" rtlCol="0" anchor="ctr"/>
          <a:lstStyle/>
          <a:p>
            <a:pPr indent="0" marL="0">
              <a:buNone/>
            </a:pPr>
            <a:r>
              <a:rPr lang="ko-KR" altLang="en-US" sz="2600" b="1" dirty="0">
                <a:solidFill>
                  <a:schemeClr val="accent1"/>
                </a:solidFill>
              </a:rPr>
              <a:t>19 / 20</a:t>
            </a:r>
            <a:endParaRPr lang="ko-KR" sz="2600" dirty="0"/>
          </a:p>
        </p:txBody>
      </p:sp>
      <p:sp>
        <p:nvSpPr>
          <p:cNvPr id="39" name="Text 37"/>
          <p:cNvSpPr txBox="1"/>
          <p:nvPr/>
        </p:nvSpPr>
        <p:spPr>
          <a:xfrm>
            <a:off x="8330184" y="5559552"/>
            <a:ext cx="3200400" cy="411480"/>
          </a:xfrm>
          <a:prstGeom prst="rect">
            <a:avLst/>
          </a:prstGeom>
          <a:noFill/>
          <a:ln/>
        </p:spPr>
        <p:txBody>
          <a:bodyPr wrap="square" lIns="0" tIns="0" rIns="0" bIns="0" rtlCol="0" anchor="ctr"/>
          <a:lstStyle/>
          <a:p>
            <a:pPr indent="0" marL="0">
              <a:buNone/>
            </a:pPr>
            <a:r>
              <a:rPr lang="ko-KR" altLang="en-US" sz="1200" dirty="0">
                <a:solidFill>
                  <a:schemeClr val="accent6"/>
                </a:solidFill>
              </a:rPr>
              <a:t>처음 보는 결함을 사람 개입 없이 판정 통과</a:t>
            </a:r>
            <a:endParaRPr lang="ko-KR" sz="1200" dirty="0"/>
          </a:p>
        </p:txBody>
      </p:sp>
      <p:sp>
        <p:nvSpPr>
          <p:cNvPr id="25" name="Slide Number Placeholder 0"/>
          <p:cNvSpPr>
            <a:spLocks noGrp="1"/>
          </p:cNvSpPr>
          <p:nvPr>
            <p:ph type="sldNum" sz="quarter" idx="4294967295"/>
          </p:nvPr>
        </p:nvSpPr>
        <p:spPr>
          <a:xfrm>
            <a:off x="10972800" y="6400800"/>
            <a:ext cx="66751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body" hasCustomPrompt="1"/>
          </p:nvPr>
        </p:nvSpPr>
        <p:spPr>
          <a:xfrm>
            <a:off x="548640" y="365760"/>
            <a:ext cx="11064240" cy="320040"/>
          </a:xfrm>
          <a:prstGeom prst="rect">
            <a:avLst/>
          </a:prstGeom>
          <a:noFill/>
          <a:ln/>
        </p:spPr>
        <p:txBody>
          <a:bodyPr wrap="square" lIns="0" tIns="0" rIns="0" bIns="0" rtlCol="0" anchor="ctr"/>
          <a:lstStyle/>
          <a:p>
            <a:pPr algn="l" indent="0" marL="0">
              <a:buNone/>
            </a:pPr>
            <a:r>
              <a:rPr lang="ko-KR" altLang="en-US" sz="1300" b="1" dirty="0">
                <a:solidFill>
                  <a:schemeClr val="accent1"/>
                </a:solidFill>
              </a:rPr>
              <a:t>03 · 믿고 쓰게 만든 장치</a:t>
            </a:r>
            <a:endParaRPr lang="ko-KR" sz="1300" dirty="0"/>
          </a:p>
        </p:txBody>
      </p:sp>
      <p:sp>
        <p:nvSpPr>
          <p:cNvPr id="3" name="Text 0"/>
          <p:cNvSpPr/>
          <p:nvPr>
            <p:ph idx="101" type="title" hasCustomPrompt="1"/>
          </p:nvPr>
        </p:nvSpPr>
        <p:spPr>
          <a:xfrm>
            <a:off x="548640" y="685800"/>
            <a:ext cx="11064240" cy="685800"/>
          </a:xfrm>
          <a:prstGeom prst="rect">
            <a:avLst/>
          </a:prstGeom>
          <a:noFill/>
          <a:ln/>
        </p:spPr>
        <p:txBody>
          <a:bodyPr wrap="square" lIns="0" tIns="0" rIns="0" bIns="0" rtlCol="0" anchor="ctr"/>
          <a:lstStyle/>
          <a:p>
            <a:pPr algn="l" indent="0" marL="0">
              <a:buNone/>
            </a:pPr>
            <a:r>
              <a:rPr lang="ko-KR" altLang="en-US" sz="2800" b="1" dirty="0">
                <a:solidFill>
                  <a:schemeClr val="tx1"/>
                </a:solidFill>
              </a:rPr>
              <a:t>현업이 믿을 수 있게, 네 가지를 지켰다</a:t>
            </a:r>
            <a:endParaRPr lang="ko-KR" sz="2800" dirty="0"/>
          </a:p>
        </p:txBody>
      </p:sp>
      <p:sp>
        <p:nvSpPr>
          <p:cNvPr id="4" name="Shape 2"/>
          <p:cNvSpPr/>
          <p:nvPr/>
        </p:nvSpPr>
        <p:spPr>
          <a:xfrm>
            <a:off x="548640" y="1600200"/>
            <a:ext cx="2651760" cy="4526280"/>
          </a:xfrm>
          <a:prstGeom prst="roundRect">
            <a:avLst>
              <a:gd name="adj" fmla="val 2759"/>
            </a:avLst>
          </a:prstGeom>
          <a:solidFill>
            <a:schemeClr val="bg2"/>
          </a:solidFill>
          <a:ln/>
        </p:spPr>
      </p:sp>
      <p:sp>
        <p:nvSpPr>
          <p:cNvPr id="5" name="Text 3"/>
          <p:cNvSpPr/>
          <p:nvPr/>
        </p:nvSpPr>
        <p:spPr>
          <a:xfrm>
            <a:off x="749808" y="1783080"/>
            <a:ext cx="411480" cy="411480"/>
          </a:xfrm>
          <a:prstGeom prst="ellipse">
            <a:avLst/>
          </a:prstGeom>
          <a:solidFill>
            <a:schemeClr val="accent2"/>
          </a:solidFill>
          <a:ln/>
        </p:spPr>
        <p:txBody>
          <a:bodyPr wrap="square" lIns="0" tIns="0" rIns="0" bIns="0" rtlCol="0" anchor="ctr"/>
          <a:lstStyle/>
          <a:p>
            <a:pPr algn="ctr" indent="0" marL="0">
              <a:buNone/>
            </a:pPr>
            <a:r>
              <a:rPr lang="en-US" sz="1500" b="1" dirty="0">
                <a:solidFill>
                  <a:schemeClr val="bg1"/>
                </a:solidFill>
              </a:rPr>
              <a:t>1</a:t>
            </a:r>
            <a:endParaRPr lang="en-US" sz="1500" dirty="0"/>
          </a:p>
        </p:txBody>
      </p:sp>
      <p:sp>
        <p:nvSpPr>
          <p:cNvPr id="6" name="Text 4"/>
          <p:cNvSpPr txBox="1"/>
          <p:nvPr/>
        </p:nvSpPr>
        <p:spPr>
          <a:xfrm>
            <a:off x="749808" y="2331720"/>
            <a:ext cx="2286000" cy="411480"/>
          </a:xfrm>
          <a:prstGeom prst="rect">
            <a:avLst/>
          </a:prstGeom>
          <a:noFill/>
          <a:ln/>
        </p:spPr>
        <p:txBody>
          <a:bodyPr wrap="square" lIns="0" tIns="0" rIns="0" bIns="0" rtlCol="0" anchor="ctr"/>
          <a:lstStyle/>
          <a:p>
            <a:pPr indent="0" marL="0">
              <a:buNone/>
            </a:pPr>
            <a:r>
              <a:rPr lang="ko-KR" altLang="en-US" sz="1800" b="1" dirty="0">
                <a:solidFill>
                  <a:schemeClr val="accent2"/>
                </a:solidFill>
              </a:rPr>
              <a:t>근거를 보여 준다</a:t>
            </a:r>
            <a:endParaRPr lang="ko-KR" sz="1800" dirty="0"/>
          </a:p>
        </p:txBody>
      </p:sp>
      <p:sp>
        <p:nvSpPr>
          <p:cNvPr id="7" name="Text 5"/>
          <p:cNvSpPr txBox="1"/>
          <p:nvPr/>
        </p:nvSpPr>
        <p:spPr>
          <a:xfrm>
            <a:off x="749808" y="2743200"/>
            <a:ext cx="2286000" cy="365760"/>
          </a:xfrm>
          <a:prstGeom prst="rect">
            <a:avLst/>
          </a:prstGeom>
          <a:noFill/>
          <a:ln/>
        </p:spPr>
        <p:txBody>
          <a:bodyPr wrap="square" lIns="0" tIns="0" rIns="0" bIns="0" rtlCol="0" anchor="t"/>
          <a:lstStyle/>
          <a:p>
            <a:pPr indent="0" marL="0">
              <a:buNone/>
            </a:pPr>
            <a:r>
              <a:rPr lang="ko-KR" altLang="en-US" sz="1200" i="1" dirty="0">
                <a:solidFill>
                  <a:schemeClr val="accent6"/>
                </a:solidFill>
              </a:rPr>
              <a:t>왜 여기를, 왜 이렇게 고쳤나</a:t>
            </a:r>
            <a:endParaRPr lang="ko-KR" sz="1200" dirty="0"/>
          </a:p>
        </p:txBody>
      </p:sp>
      <p:sp>
        <p:nvSpPr>
          <p:cNvPr id="8" name="Text 6"/>
          <p:cNvSpPr txBox="1"/>
          <p:nvPr/>
        </p:nvSpPr>
        <p:spPr>
          <a:xfrm>
            <a:off x="749808" y="3200400"/>
            <a:ext cx="2286000" cy="1828800"/>
          </a:xfrm>
          <a:prstGeom prst="rect">
            <a:avLst/>
          </a:prstGeom>
          <a:noFill/>
          <a:ln/>
        </p:spPr>
        <p:txBody>
          <a:bodyPr wrap="square" lIns="0" tIns="0" rIns="0" bIns="0" rtlCol="0" anchor="t"/>
          <a:lstStyle/>
          <a:p>
            <a:pPr marL="165100" indent="-165100">
              <a:spcAft>
                <a:spcPts val="800"/>
              </a:spcAft>
              <a:buSzPct val="100000"/>
              <a:buChar char="•"/>
            </a:pPr>
            <a:r>
              <a:rPr lang="ko-KR" altLang="en-US" sz="1300" dirty="0">
                <a:solidFill>
                  <a:schemeClr val="tx1"/>
                </a:solidFill>
              </a:rPr>
              <a:t>사내 규칙 ID·과거 장애 이력을 인용</a:t>
            </a:r>
            <a:endParaRPr lang="ko-KR" sz="1300" dirty="0"/>
          </a:p>
          <a:p>
            <a:pPr marL="165100" indent="-165100">
              <a:spcAft>
                <a:spcPts val="800"/>
              </a:spcAft>
              <a:buSzPct val="100000"/>
              <a:buChar char="•"/>
            </a:pPr>
            <a:r>
              <a:rPr lang="ko-KR" altLang="en-US" sz="1300" dirty="0">
                <a:solidFill>
                  <a:schemeClr val="tx1"/>
                </a:solidFill>
              </a:rPr>
              <a:t>위치 예측 모델로 후보를 좁히고, 최종 위치와 그 이유는 에이전트가 제시</a:t>
            </a:r>
            <a:endParaRPr lang="ko-KR" sz="1300" dirty="0"/>
          </a:p>
          <a:p>
            <a:pPr marL="165100" indent="-165100">
              <a:spcAft>
                <a:spcPts val="800"/>
              </a:spcAft>
              <a:buSzPct val="100000"/>
              <a:buChar char="•"/>
            </a:pPr>
            <a:r>
              <a:rPr lang="ko-KR" altLang="en-US" sz="1300" dirty="0">
                <a:solidFill>
                  <a:schemeClr val="tx1"/>
                </a:solidFill>
              </a:rPr>
              <a:t>수정 전/후 함수 전체 코드를 나란히</a:t>
            </a:r>
            <a:endParaRPr lang="ko-KR" sz="1300" dirty="0"/>
          </a:p>
        </p:txBody>
      </p:sp>
      <p:sp>
        <p:nvSpPr>
          <p:cNvPr id="9" name="Shape 7"/>
          <p:cNvSpPr/>
          <p:nvPr/>
        </p:nvSpPr>
        <p:spPr>
          <a:xfrm>
            <a:off x="685800" y="5074920"/>
            <a:ext cx="2377440" cy="914400"/>
          </a:xfrm>
          <a:prstGeom prst="roundRect">
            <a:avLst>
              <a:gd name="adj" fmla="val 8000"/>
            </a:avLst>
          </a:prstGeom>
          <a:solidFill>
            <a:schemeClr val="bg1"/>
          </a:solidFill>
          <a:ln/>
        </p:spPr>
      </p:sp>
      <p:sp>
        <p:nvSpPr>
          <p:cNvPr id="10" name="Text 8"/>
          <p:cNvSpPr txBox="1"/>
          <p:nvPr/>
        </p:nvSpPr>
        <p:spPr>
          <a:xfrm>
            <a:off x="841248" y="5120640"/>
            <a:ext cx="2103120" cy="457200"/>
          </a:xfrm>
          <a:prstGeom prst="rect">
            <a:avLst/>
          </a:prstGeom>
          <a:noFill/>
          <a:ln/>
        </p:spPr>
        <p:txBody>
          <a:bodyPr wrap="square" lIns="0" tIns="0" rIns="0" bIns="0" rtlCol="0" anchor="ctr"/>
          <a:lstStyle/>
          <a:p>
            <a:pPr indent="0" marL="0">
              <a:buNone/>
            </a:pPr>
            <a:r>
              <a:rPr lang="ko-KR" altLang="en-US" sz="2400" b="1" dirty="0">
                <a:solidFill>
                  <a:schemeClr val="accent2"/>
                </a:solidFill>
              </a:rPr>
              <a:t>100%</a:t>
            </a:r>
            <a:endParaRPr lang="ko-KR" sz="2400" dirty="0"/>
          </a:p>
        </p:txBody>
      </p:sp>
      <p:sp>
        <p:nvSpPr>
          <p:cNvPr id="11" name="Text 9"/>
          <p:cNvSpPr txBox="1"/>
          <p:nvPr/>
        </p:nvSpPr>
        <p:spPr>
          <a:xfrm>
            <a:off x="841248" y="5577840"/>
            <a:ext cx="2103120" cy="320040"/>
          </a:xfrm>
          <a:prstGeom prst="rect">
            <a:avLst/>
          </a:prstGeom>
          <a:noFill/>
          <a:ln/>
        </p:spPr>
        <p:txBody>
          <a:bodyPr wrap="square" lIns="0" tIns="0" rIns="0" bIns="0" rtlCol="0" anchor="ctr"/>
          <a:lstStyle/>
          <a:p>
            <a:pPr indent="0" marL="0">
              <a:buNone/>
            </a:pPr>
            <a:r>
              <a:rPr lang="ko-KR" altLang="en-US" sz="1100" dirty="0">
                <a:solidFill>
                  <a:schemeClr val="accent6"/>
                </a:solidFill>
              </a:rPr>
              <a:t>패치 설명의 근거 인용률</a:t>
            </a:r>
            <a:endParaRPr lang="ko-KR" sz="1100" dirty="0"/>
          </a:p>
        </p:txBody>
      </p:sp>
      <p:sp>
        <p:nvSpPr>
          <p:cNvPr id="12" name="Shape 10"/>
          <p:cNvSpPr/>
          <p:nvPr/>
        </p:nvSpPr>
        <p:spPr>
          <a:xfrm>
            <a:off x="3364992" y="1600200"/>
            <a:ext cx="2651760" cy="4526280"/>
          </a:xfrm>
          <a:prstGeom prst="roundRect">
            <a:avLst>
              <a:gd name="adj" fmla="val 2759"/>
            </a:avLst>
          </a:prstGeom>
          <a:solidFill>
            <a:schemeClr val="bg2"/>
          </a:solidFill>
          <a:ln/>
        </p:spPr>
      </p:sp>
      <p:sp>
        <p:nvSpPr>
          <p:cNvPr id="13" name="Text 11"/>
          <p:cNvSpPr/>
          <p:nvPr/>
        </p:nvSpPr>
        <p:spPr>
          <a:xfrm>
            <a:off x="3566160" y="1783080"/>
            <a:ext cx="411480" cy="411480"/>
          </a:xfrm>
          <a:prstGeom prst="ellipse">
            <a:avLst/>
          </a:prstGeom>
          <a:solidFill>
            <a:schemeClr val="accent4"/>
          </a:solidFill>
          <a:ln/>
        </p:spPr>
        <p:txBody>
          <a:bodyPr wrap="square" lIns="0" tIns="0" rIns="0" bIns="0" rtlCol="0" anchor="ctr"/>
          <a:lstStyle/>
          <a:p>
            <a:pPr algn="ctr" indent="0" marL="0">
              <a:buNone/>
            </a:pPr>
            <a:r>
              <a:rPr lang="en-US" sz="1500" b="1" dirty="0">
                <a:solidFill>
                  <a:schemeClr val="bg1"/>
                </a:solidFill>
              </a:rPr>
              <a:t>2</a:t>
            </a:r>
            <a:endParaRPr lang="en-US" sz="1500" dirty="0"/>
          </a:p>
        </p:txBody>
      </p:sp>
      <p:sp>
        <p:nvSpPr>
          <p:cNvPr id="14" name="Text 12"/>
          <p:cNvSpPr txBox="1"/>
          <p:nvPr/>
        </p:nvSpPr>
        <p:spPr>
          <a:xfrm>
            <a:off x="3566160" y="2331720"/>
            <a:ext cx="2286000" cy="411480"/>
          </a:xfrm>
          <a:prstGeom prst="rect">
            <a:avLst/>
          </a:prstGeom>
          <a:noFill/>
          <a:ln/>
        </p:spPr>
        <p:txBody>
          <a:bodyPr wrap="square" lIns="0" tIns="0" rIns="0" bIns="0" rtlCol="0" anchor="ctr"/>
          <a:lstStyle/>
          <a:p>
            <a:pPr indent="0" marL="0">
              <a:buNone/>
            </a:pPr>
            <a:r>
              <a:rPr lang="ko-KR" altLang="en-US" sz="1800" b="1" dirty="0">
                <a:solidFill>
                  <a:schemeClr val="accent4"/>
                </a:solidFill>
              </a:rPr>
              <a:t>검증은 코드가 한다</a:t>
            </a:r>
            <a:endParaRPr lang="ko-KR" sz="1800" dirty="0"/>
          </a:p>
        </p:txBody>
      </p:sp>
      <p:sp>
        <p:nvSpPr>
          <p:cNvPr id="15" name="Text 13"/>
          <p:cNvSpPr txBox="1"/>
          <p:nvPr/>
        </p:nvSpPr>
        <p:spPr>
          <a:xfrm>
            <a:off x="3566160" y="2743200"/>
            <a:ext cx="2286000" cy="365760"/>
          </a:xfrm>
          <a:prstGeom prst="rect">
            <a:avLst/>
          </a:prstGeom>
          <a:noFill/>
          <a:ln/>
        </p:spPr>
        <p:txBody>
          <a:bodyPr wrap="square" lIns="0" tIns="0" rIns="0" bIns="0" rtlCol="0" anchor="t"/>
          <a:lstStyle/>
          <a:p>
            <a:pPr indent="0" marL="0">
              <a:buNone/>
            </a:pPr>
            <a:r>
              <a:rPr lang="ko-KR" altLang="en-US" sz="1200" i="1" dirty="0">
                <a:solidFill>
                  <a:schemeClr val="accent6"/>
                </a:solidFill>
              </a:rPr>
              <a:t>LLM의 "괜찮다"를 믿지 않는다</a:t>
            </a:r>
            <a:endParaRPr lang="ko-KR" sz="1200" dirty="0"/>
          </a:p>
        </p:txBody>
      </p:sp>
      <p:sp>
        <p:nvSpPr>
          <p:cNvPr id="16" name="Text 14"/>
          <p:cNvSpPr txBox="1"/>
          <p:nvPr/>
        </p:nvSpPr>
        <p:spPr>
          <a:xfrm>
            <a:off x="3566160" y="3200400"/>
            <a:ext cx="2286000" cy="1828800"/>
          </a:xfrm>
          <a:prstGeom prst="rect">
            <a:avLst/>
          </a:prstGeom>
          <a:noFill/>
          <a:ln/>
        </p:spPr>
        <p:txBody>
          <a:bodyPr wrap="square" lIns="0" tIns="0" rIns="0" bIns="0" rtlCol="0" anchor="t"/>
          <a:lstStyle/>
          <a:p>
            <a:pPr marL="165100" indent="-165100">
              <a:spcAft>
                <a:spcPts val="800"/>
              </a:spcAft>
              <a:buSzPct val="100000"/>
              <a:buChar char="•"/>
            </a:pPr>
            <a:r>
              <a:rPr lang="ko-KR" altLang="en-US" sz="1300" dirty="0">
                <a:solidFill>
                  <a:schemeClr val="tx1"/>
                </a:solidFill>
              </a:rPr>
              <a:t>판정 노드에 LLM 호출 없음</a:t>
            </a:r>
            <a:endParaRPr lang="ko-KR" sz="1300" dirty="0"/>
          </a:p>
          <a:p>
            <a:pPr marL="165100" indent="-165100">
              <a:spcAft>
                <a:spcPts val="800"/>
              </a:spcAft>
              <a:buSzPct val="100000"/>
              <a:buChar char="•"/>
            </a:pPr>
            <a:r>
              <a:rPr lang="ko-KR" altLang="en-US" sz="1300" dirty="0">
                <a:solidFill>
                  <a:schemeClr val="tx1"/>
                </a:solidFill>
              </a:rPr>
              <a:t>재현 테스트 + 기존 테스트 1,145개 + 정답과 입력 200개 비교</a:t>
            </a:r>
            <a:endParaRPr lang="ko-KR" sz="1300" dirty="0"/>
          </a:p>
          <a:p>
            <a:pPr marL="165100" indent="-165100">
              <a:spcAft>
                <a:spcPts val="800"/>
              </a:spcAft>
              <a:buSzPct val="100000"/>
              <a:buChar char="•"/>
            </a:pPr>
            <a:r>
              <a:rPr lang="ko-KR" altLang="en-US" sz="1300" dirty="0">
                <a:solidFill>
                  <a:schemeClr val="tx1"/>
                </a:solidFill>
              </a:rPr>
              <a:t>공격 에이전트가 낸 입력은 판정이 직접 다시 실행</a:t>
            </a:r>
            <a:endParaRPr lang="ko-KR" sz="1300" dirty="0"/>
          </a:p>
        </p:txBody>
      </p:sp>
      <p:sp>
        <p:nvSpPr>
          <p:cNvPr id="17" name="Shape 15"/>
          <p:cNvSpPr/>
          <p:nvPr/>
        </p:nvSpPr>
        <p:spPr>
          <a:xfrm>
            <a:off x="3502152" y="5074920"/>
            <a:ext cx="2377440" cy="914400"/>
          </a:xfrm>
          <a:prstGeom prst="roundRect">
            <a:avLst>
              <a:gd name="adj" fmla="val 8000"/>
            </a:avLst>
          </a:prstGeom>
          <a:solidFill>
            <a:schemeClr val="bg1"/>
          </a:solidFill>
          <a:ln/>
        </p:spPr>
      </p:sp>
      <p:sp>
        <p:nvSpPr>
          <p:cNvPr id="18" name="Text 16"/>
          <p:cNvSpPr txBox="1"/>
          <p:nvPr/>
        </p:nvSpPr>
        <p:spPr>
          <a:xfrm>
            <a:off x="3657600" y="5120640"/>
            <a:ext cx="2103120" cy="457200"/>
          </a:xfrm>
          <a:prstGeom prst="rect">
            <a:avLst/>
          </a:prstGeom>
          <a:noFill/>
          <a:ln/>
        </p:spPr>
        <p:txBody>
          <a:bodyPr wrap="square" lIns="0" tIns="0" rIns="0" bIns="0" rtlCol="0" anchor="ctr"/>
          <a:lstStyle/>
          <a:p>
            <a:pPr indent="0" marL="0">
              <a:buNone/>
            </a:pPr>
            <a:r>
              <a:rPr lang="ko-KR" altLang="en-US" sz="2400" b="1" dirty="0">
                <a:solidFill>
                  <a:schemeClr val="accent4"/>
                </a:solidFill>
              </a:rPr>
              <a:t>10 / 10</a:t>
            </a:r>
            <a:endParaRPr lang="ko-KR" sz="2400" dirty="0"/>
          </a:p>
        </p:txBody>
      </p:sp>
      <p:sp>
        <p:nvSpPr>
          <p:cNvPr id="19" name="Text 17"/>
          <p:cNvSpPr txBox="1"/>
          <p:nvPr/>
        </p:nvSpPr>
        <p:spPr>
          <a:xfrm>
            <a:off x="3657600" y="5577840"/>
            <a:ext cx="2103120" cy="320040"/>
          </a:xfrm>
          <a:prstGeom prst="rect">
            <a:avLst/>
          </a:prstGeom>
          <a:noFill/>
          <a:ln/>
        </p:spPr>
        <p:txBody>
          <a:bodyPr wrap="square" lIns="0" tIns="0" rIns="0" bIns="0" rtlCol="0" anchor="ctr"/>
          <a:lstStyle/>
          <a:p>
            <a:pPr indent="0" marL="0">
              <a:buNone/>
            </a:pPr>
            <a:r>
              <a:rPr lang="ko-KR" altLang="en-US" sz="1100" dirty="0">
                <a:solidFill>
                  <a:schemeClr val="accent6"/>
                </a:solidFill>
              </a:rPr>
              <a:t>일부러 덜 고친 패치 탐지</a:t>
            </a:r>
            <a:endParaRPr lang="ko-KR" sz="1100" dirty="0"/>
          </a:p>
        </p:txBody>
      </p:sp>
      <p:sp>
        <p:nvSpPr>
          <p:cNvPr id="20" name="Shape 18"/>
          <p:cNvSpPr/>
          <p:nvPr/>
        </p:nvSpPr>
        <p:spPr>
          <a:xfrm>
            <a:off x="6181344" y="1600200"/>
            <a:ext cx="2651760" cy="4526280"/>
          </a:xfrm>
          <a:prstGeom prst="roundRect">
            <a:avLst>
              <a:gd name="adj" fmla="val 2759"/>
            </a:avLst>
          </a:prstGeom>
          <a:solidFill>
            <a:schemeClr val="bg2"/>
          </a:solidFill>
          <a:ln/>
        </p:spPr>
      </p:sp>
      <p:sp>
        <p:nvSpPr>
          <p:cNvPr id="21" name="Text 19"/>
          <p:cNvSpPr/>
          <p:nvPr/>
        </p:nvSpPr>
        <p:spPr>
          <a:xfrm>
            <a:off x="6382512" y="1783080"/>
            <a:ext cx="411480" cy="411480"/>
          </a:xfrm>
          <a:prstGeom prst="ellipse">
            <a:avLst/>
          </a:prstGeom>
          <a:solidFill>
            <a:schemeClr val="accent1"/>
          </a:solidFill>
          <a:ln/>
        </p:spPr>
        <p:txBody>
          <a:bodyPr wrap="square" lIns="0" tIns="0" rIns="0" bIns="0" rtlCol="0" anchor="ctr"/>
          <a:lstStyle/>
          <a:p>
            <a:pPr algn="ctr" indent="0" marL="0">
              <a:buNone/>
            </a:pPr>
            <a:r>
              <a:rPr lang="en-US" sz="1500" b="1" dirty="0">
                <a:solidFill>
                  <a:schemeClr val="bg1"/>
                </a:solidFill>
              </a:rPr>
              <a:t>3</a:t>
            </a:r>
            <a:endParaRPr lang="en-US" sz="1500" dirty="0"/>
          </a:p>
        </p:txBody>
      </p:sp>
      <p:sp>
        <p:nvSpPr>
          <p:cNvPr id="22" name="Text 20"/>
          <p:cNvSpPr txBox="1"/>
          <p:nvPr/>
        </p:nvSpPr>
        <p:spPr>
          <a:xfrm>
            <a:off x="6382512" y="2331720"/>
            <a:ext cx="2286000" cy="411480"/>
          </a:xfrm>
          <a:prstGeom prst="rect">
            <a:avLst/>
          </a:prstGeom>
          <a:noFill/>
          <a:ln/>
        </p:spPr>
        <p:txBody>
          <a:bodyPr wrap="square" lIns="0" tIns="0" rIns="0" bIns="0" rtlCol="0" anchor="ctr"/>
          <a:lstStyle/>
          <a:p>
            <a:pPr indent="0" marL="0">
              <a:buNone/>
            </a:pPr>
            <a:r>
              <a:rPr lang="ko-KR" altLang="en-US" sz="1800" b="1" dirty="0">
                <a:solidFill>
                  <a:schemeClr val="accent1"/>
                </a:solidFill>
              </a:rPr>
              <a:t>운영 코드를 지킨다</a:t>
            </a:r>
            <a:endParaRPr lang="ko-KR" sz="1800" dirty="0"/>
          </a:p>
        </p:txBody>
      </p:sp>
      <p:sp>
        <p:nvSpPr>
          <p:cNvPr id="23" name="Text 21"/>
          <p:cNvSpPr txBox="1"/>
          <p:nvPr/>
        </p:nvSpPr>
        <p:spPr>
          <a:xfrm>
            <a:off x="6382512" y="2743200"/>
            <a:ext cx="2286000" cy="365760"/>
          </a:xfrm>
          <a:prstGeom prst="rect">
            <a:avLst/>
          </a:prstGeom>
          <a:noFill/>
          <a:ln/>
        </p:spPr>
        <p:txBody>
          <a:bodyPr wrap="square" lIns="0" tIns="0" rIns="0" bIns="0" rtlCol="0" anchor="t"/>
          <a:lstStyle/>
          <a:p>
            <a:pPr indent="0" marL="0">
              <a:buNone/>
            </a:pPr>
            <a:r>
              <a:rPr lang="ko-KR" altLang="en-US" sz="1200" i="1" dirty="0">
                <a:solidFill>
                  <a:schemeClr val="accent6"/>
                </a:solidFill>
              </a:rPr>
              <a:t>에이전트가 망가뜨릴 수 없게</a:t>
            </a:r>
            <a:endParaRPr lang="ko-KR" sz="1200" dirty="0"/>
          </a:p>
        </p:txBody>
      </p:sp>
      <p:sp>
        <p:nvSpPr>
          <p:cNvPr id="24" name="Text 22"/>
          <p:cNvSpPr txBox="1"/>
          <p:nvPr/>
        </p:nvSpPr>
        <p:spPr>
          <a:xfrm>
            <a:off x="6382512" y="3200400"/>
            <a:ext cx="2286000" cy="1828800"/>
          </a:xfrm>
          <a:prstGeom prst="rect">
            <a:avLst/>
          </a:prstGeom>
          <a:noFill/>
          <a:ln/>
        </p:spPr>
        <p:txBody>
          <a:bodyPr wrap="square" lIns="0" tIns="0" rIns="0" bIns="0" rtlCol="0" anchor="t"/>
          <a:lstStyle/>
          <a:p>
            <a:pPr marL="165100" indent="-165100">
              <a:spcAft>
                <a:spcPts val="800"/>
              </a:spcAft>
              <a:buSzPct val="100000"/>
              <a:buChar char="•"/>
            </a:pPr>
            <a:r>
              <a:rPr lang="ko-KR" altLang="en-US" sz="1300" dirty="0">
                <a:solidFill>
                  <a:schemeClr val="tx1"/>
                </a:solidFill>
              </a:rPr>
              <a:t>원본은 읽기 전용, 티켓별 작업본에서만 수정</a:t>
            </a:r>
            <a:endParaRPr lang="ko-KR" sz="1300" dirty="0"/>
          </a:p>
          <a:p>
            <a:pPr marL="165100" indent="-165100">
              <a:spcAft>
                <a:spcPts val="800"/>
              </a:spcAft>
              <a:buSzPct val="100000"/>
              <a:buChar char="•"/>
            </a:pPr>
            <a:r>
              <a:rPr lang="ko-KR" altLang="en-US" sz="1300" dirty="0">
                <a:solidFill>
                  <a:schemeClr val="tx1"/>
                </a:solidFill>
              </a:rPr>
              <a:t>기존 테스트·기대 출력은 고칠 수 없음</a:t>
            </a:r>
            <a:endParaRPr lang="ko-KR" sz="1300" dirty="0"/>
          </a:p>
          <a:p>
            <a:pPr marL="165100" indent="-165100">
              <a:spcAft>
                <a:spcPts val="800"/>
              </a:spcAft>
              <a:buSzPct val="100000"/>
              <a:buChar char="•"/>
            </a:pPr>
            <a:r>
              <a:rPr lang="ko-KR" altLang="en-US" sz="1300" dirty="0">
                <a:solidFill>
                  <a:schemeClr val="tx1"/>
                </a:solidFill>
              </a:rPr>
              <a:t>대상 함수와 import만 변경, 실행마다 타임아웃</a:t>
            </a:r>
            <a:endParaRPr lang="ko-KR" sz="1300" dirty="0"/>
          </a:p>
        </p:txBody>
      </p:sp>
      <p:sp>
        <p:nvSpPr>
          <p:cNvPr id="25" name="Shape 23"/>
          <p:cNvSpPr/>
          <p:nvPr/>
        </p:nvSpPr>
        <p:spPr>
          <a:xfrm>
            <a:off x="6318504" y="5074920"/>
            <a:ext cx="2377440" cy="914400"/>
          </a:xfrm>
          <a:prstGeom prst="roundRect">
            <a:avLst>
              <a:gd name="adj" fmla="val 8000"/>
            </a:avLst>
          </a:prstGeom>
          <a:solidFill>
            <a:schemeClr val="bg1"/>
          </a:solidFill>
          <a:ln/>
        </p:spPr>
      </p:sp>
      <p:sp>
        <p:nvSpPr>
          <p:cNvPr id="26" name="Text 24"/>
          <p:cNvSpPr txBox="1"/>
          <p:nvPr/>
        </p:nvSpPr>
        <p:spPr>
          <a:xfrm>
            <a:off x="6473952" y="5120640"/>
            <a:ext cx="2103120" cy="457200"/>
          </a:xfrm>
          <a:prstGeom prst="rect">
            <a:avLst/>
          </a:prstGeom>
          <a:noFill/>
          <a:ln/>
        </p:spPr>
        <p:txBody>
          <a:bodyPr wrap="square" lIns="0" tIns="0" rIns="0" bIns="0" rtlCol="0" anchor="ctr"/>
          <a:lstStyle/>
          <a:p>
            <a:pPr indent="0" marL="0">
              <a:buNone/>
            </a:pPr>
            <a:r>
              <a:rPr lang="ko-KR" altLang="en-US" sz="2400" b="1" dirty="0">
                <a:solidFill>
                  <a:schemeClr val="accent1"/>
                </a:solidFill>
              </a:rPr>
              <a:t>0건</a:t>
            </a:r>
            <a:endParaRPr lang="ko-KR" sz="2400" dirty="0"/>
          </a:p>
        </p:txBody>
      </p:sp>
      <p:sp>
        <p:nvSpPr>
          <p:cNvPr id="27" name="Text 25"/>
          <p:cNvSpPr txBox="1"/>
          <p:nvPr/>
        </p:nvSpPr>
        <p:spPr>
          <a:xfrm>
            <a:off x="6473952" y="5577840"/>
            <a:ext cx="2103120" cy="320040"/>
          </a:xfrm>
          <a:prstGeom prst="rect">
            <a:avLst/>
          </a:prstGeom>
          <a:noFill/>
          <a:ln/>
        </p:spPr>
        <p:txBody>
          <a:bodyPr wrap="square" lIns="0" tIns="0" rIns="0" bIns="0" rtlCol="0" anchor="ctr"/>
          <a:lstStyle/>
          <a:p>
            <a:pPr indent="0" marL="0">
              <a:buNone/>
            </a:pPr>
            <a:r>
              <a:rPr lang="ko-KR" altLang="en-US" sz="1100" dirty="0">
                <a:solidFill>
                  <a:schemeClr val="accent6"/>
                </a:solidFill>
              </a:rPr>
              <a:t>판정 통과 후 숨은 회귀 누출</a:t>
            </a:r>
            <a:endParaRPr lang="ko-KR" sz="1100" dirty="0"/>
          </a:p>
        </p:txBody>
      </p:sp>
      <p:sp>
        <p:nvSpPr>
          <p:cNvPr id="28" name="Shape 26"/>
          <p:cNvSpPr/>
          <p:nvPr/>
        </p:nvSpPr>
        <p:spPr>
          <a:xfrm>
            <a:off x="8997696" y="1600200"/>
            <a:ext cx="2651760" cy="4526280"/>
          </a:xfrm>
          <a:prstGeom prst="roundRect">
            <a:avLst>
              <a:gd name="adj" fmla="val 2759"/>
            </a:avLst>
          </a:prstGeom>
          <a:solidFill>
            <a:schemeClr val="bg2"/>
          </a:solidFill>
          <a:ln/>
        </p:spPr>
      </p:sp>
      <p:sp>
        <p:nvSpPr>
          <p:cNvPr id="29" name="Text 27"/>
          <p:cNvSpPr/>
          <p:nvPr/>
        </p:nvSpPr>
        <p:spPr>
          <a:xfrm>
            <a:off x="9198864" y="1783080"/>
            <a:ext cx="411480" cy="411480"/>
          </a:xfrm>
          <a:prstGeom prst="ellipse">
            <a:avLst/>
          </a:prstGeom>
          <a:solidFill>
            <a:schemeClr val="accent3"/>
          </a:solidFill>
          <a:ln/>
        </p:spPr>
        <p:txBody>
          <a:bodyPr wrap="square" lIns="0" tIns="0" rIns="0" bIns="0" rtlCol="0" anchor="ctr"/>
          <a:lstStyle/>
          <a:p>
            <a:pPr algn="ctr" indent="0" marL="0">
              <a:buNone/>
            </a:pPr>
            <a:r>
              <a:rPr lang="en-US" sz="1500" b="1" dirty="0">
                <a:solidFill>
                  <a:schemeClr val="bg1"/>
                </a:solidFill>
              </a:rPr>
              <a:t>4</a:t>
            </a:r>
            <a:endParaRPr lang="en-US" sz="1500" dirty="0"/>
          </a:p>
        </p:txBody>
      </p:sp>
      <p:sp>
        <p:nvSpPr>
          <p:cNvPr id="30" name="Text 28"/>
          <p:cNvSpPr txBox="1"/>
          <p:nvPr/>
        </p:nvSpPr>
        <p:spPr>
          <a:xfrm>
            <a:off x="9198864" y="2331720"/>
            <a:ext cx="2286000" cy="411480"/>
          </a:xfrm>
          <a:prstGeom prst="rect">
            <a:avLst/>
          </a:prstGeom>
          <a:noFill/>
          <a:ln/>
        </p:spPr>
        <p:txBody>
          <a:bodyPr wrap="square" lIns="0" tIns="0" rIns="0" bIns="0" rtlCol="0" anchor="ctr"/>
          <a:lstStyle/>
          <a:p>
            <a:pPr indent="0" marL="0">
              <a:buNone/>
            </a:pPr>
            <a:r>
              <a:rPr lang="ko-KR" altLang="en-US" sz="1800" b="1" dirty="0">
                <a:solidFill>
                  <a:schemeClr val="accent3"/>
                </a:solidFill>
              </a:rPr>
              <a:t>모르면 멈춘다</a:t>
            </a:r>
            <a:endParaRPr lang="ko-KR" sz="1800" dirty="0"/>
          </a:p>
        </p:txBody>
      </p:sp>
      <p:sp>
        <p:nvSpPr>
          <p:cNvPr id="31" name="Text 29"/>
          <p:cNvSpPr txBox="1"/>
          <p:nvPr/>
        </p:nvSpPr>
        <p:spPr>
          <a:xfrm>
            <a:off x="9198864" y="2743200"/>
            <a:ext cx="2286000" cy="365760"/>
          </a:xfrm>
          <a:prstGeom prst="rect">
            <a:avLst/>
          </a:prstGeom>
          <a:noFill/>
          <a:ln/>
        </p:spPr>
        <p:txBody>
          <a:bodyPr wrap="square" lIns="0" tIns="0" rIns="0" bIns="0" rtlCol="0" anchor="t"/>
          <a:lstStyle/>
          <a:p>
            <a:pPr indent="0" marL="0">
              <a:buNone/>
            </a:pPr>
            <a:r>
              <a:rPr lang="ko-KR" altLang="en-US" sz="1200" i="1" dirty="0">
                <a:solidFill>
                  <a:schemeClr val="accent6"/>
                </a:solidFill>
              </a:rPr>
              <a:t>억지로 고치지 않고 사람에게</a:t>
            </a:r>
            <a:endParaRPr lang="ko-KR" sz="1200" dirty="0"/>
          </a:p>
        </p:txBody>
      </p:sp>
      <p:sp>
        <p:nvSpPr>
          <p:cNvPr id="32" name="Text 30"/>
          <p:cNvSpPr txBox="1"/>
          <p:nvPr/>
        </p:nvSpPr>
        <p:spPr>
          <a:xfrm>
            <a:off x="9198864" y="3200400"/>
            <a:ext cx="2286000" cy="1828800"/>
          </a:xfrm>
          <a:prstGeom prst="rect">
            <a:avLst/>
          </a:prstGeom>
          <a:noFill/>
          <a:ln/>
        </p:spPr>
        <p:txBody>
          <a:bodyPr wrap="square" lIns="0" tIns="0" rIns="0" bIns="0" rtlCol="0" anchor="t"/>
          <a:lstStyle/>
          <a:p>
            <a:pPr marL="165100" indent="-165100">
              <a:spcAft>
                <a:spcPts val="800"/>
              </a:spcAft>
              <a:buSzPct val="100000"/>
              <a:buChar char="•"/>
            </a:pPr>
            <a:r>
              <a:rPr lang="ko-KR" altLang="en-US" sz="1300" dirty="0">
                <a:solidFill>
                  <a:schemeClr val="tx1"/>
                </a:solidFill>
              </a:rPr>
              <a:t>엉뚱한 티켓은 분석 전에 보완 요청</a:t>
            </a:r>
            <a:endParaRPr lang="ko-KR" sz="1300" dirty="0"/>
          </a:p>
          <a:p>
            <a:pPr marL="165100" indent="-165100">
              <a:spcAft>
                <a:spcPts val="800"/>
              </a:spcAft>
              <a:buSzPct val="100000"/>
              <a:buChar char="•"/>
            </a:pPr>
            <a:r>
              <a:rPr lang="ko-KR" altLang="en-US" sz="1300" dirty="0">
                <a:solidFill>
                  <a:schemeClr val="tx1"/>
                </a:solidFill>
              </a:rPr>
              <a:t>원인을 확신 못 하면 수정 안 함, 3회 실패면 사람 검토</a:t>
            </a:r>
            <a:endParaRPr lang="ko-KR" sz="1300" dirty="0"/>
          </a:p>
          <a:p>
            <a:pPr marL="165100" indent="-165100">
              <a:spcAft>
                <a:spcPts val="800"/>
              </a:spcAft>
              <a:buSzPct val="100000"/>
              <a:buChar char="•"/>
            </a:pPr>
            <a:r>
              <a:rPr lang="ko-KR" altLang="en-US" sz="1300" dirty="0">
                <a:solidFill>
                  <a:schemeClr val="tx1"/>
                </a:solidFill>
              </a:rPr>
              <a:t>확인 못 한 조건은 숨기지 않고 "조건부 통과"</a:t>
            </a:r>
            <a:endParaRPr lang="ko-KR" sz="1300" dirty="0"/>
          </a:p>
        </p:txBody>
      </p:sp>
      <p:sp>
        <p:nvSpPr>
          <p:cNvPr id="33" name="Shape 31"/>
          <p:cNvSpPr/>
          <p:nvPr/>
        </p:nvSpPr>
        <p:spPr>
          <a:xfrm>
            <a:off x="9134856" y="5074920"/>
            <a:ext cx="2377440" cy="914400"/>
          </a:xfrm>
          <a:prstGeom prst="roundRect">
            <a:avLst>
              <a:gd name="adj" fmla="val 8000"/>
            </a:avLst>
          </a:prstGeom>
          <a:solidFill>
            <a:schemeClr val="bg1"/>
          </a:solidFill>
          <a:ln/>
        </p:spPr>
      </p:sp>
      <p:sp>
        <p:nvSpPr>
          <p:cNvPr id="34" name="Text 32"/>
          <p:cNvSpPr txBox="1"/>
          <p:nvPr/>
        </p:nvSpPr>
        <p:spPr>
          <a:xfrm>
            <a:off x="9290304" y="5120640"/>
            <a:ext cx="2103120" cy="457200"/>
          </a:xfrm>
          <a:prstGeom prst="rect">
            <a:avLst/>
          </a:prstGeom>
          <a:noFill/>
          <a:ln/>
        </p:spPr>
        <p:txBody>
          <a:bodyPr wrap="square" lIns="0" tIns="0" rIns="0" bIns="0" rtlCol="0" anchor="ctr"/>
          <a:lstStyle/>
          <a:p>
            <a:pPr indent="0" marL="0">
              <a:buNone/>
            </a:pPr>
            <a:r>
              <a:rPr lang="ko-KR" altLang="en-US" sz="2400" b="1" dirty="0">
                <a:solidFill>
                  <a:schemeClr val="accent3"/>
                </a:solidFill>
              </a:rPr>
              <a:t>25 / 25</a:t>
            </a:r>
            <a:endParaRPr lang="ko-KR" sz="2400" dirty="0"/>
          </a:p>
        </p:txBody>
      </p:sp>
      <p:sp>
        <p:nvSpPr>
          <p:cNvPr id="35" name="Text 33"/>
          <p:cNvSpPr txBox="1"/>
          <p:nvPr/>
        </p:nvSpPr>
        <p:spPr>
          <a:xfrm>
            <a:off x="9290304" y="5577840"/>
            <a:ext cx="2103120" cy="320040"/>
          </a:xfrm>
          <a:prstGeom prst="rect">
            <a:avLst/>
          </a:prstGeom>
          <a:noFill/>
          <a:ln/>
        </p:spPr>
        <p:txBody>
          <a:bodyPr wrap="square" lIns="0" tIns="0" rIns="0" bIns="0" rtlCol="0" anchor="ctr"/>
          <a:lstStyle/>
          <a:p>
            <a:pPr indent="0" marL="0">
              <a:buNone/>
            </a:pPr>
            <a:r>
              <a:rPr lang="ko-KR" altLang="en-US" sz="1100" dirty="0">
                <a:solidFill>
                  <a:schemeClr val="accent6"/>
                </a:solidFill>
              </a:rPr>
              <a:t>접수 검사가 맞게 분류한 티켓</a:t>
            </a:r>
            <a:endParaRPr lang="ko-KR" sz="1100" dirty="0"/>
          </a:p>
        </p:txBody>
      </p:sp>
      <p:sp>
        <p:nvSpPr>
          <p:cNvPr id="25" name="Slide Number Placeholder 0"/>
          <p:cNvSpPr>
            <a:spLocks noGrp="1"/>
          </p:cNvSpPr>
          <p:nvPr>
            <p:ph type="sldNum" sz="quarter" idx="4294967295"/>
          </p:nvPr>
        </p:nvSpPr>
        <p:spPr>
          <a:xfrm>
            <a:off x="10972800" y="6400800"/>
            <a:ext cx="66751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822960"/>
            <a:ext cx="11064240" cy="914400"/>
          </a:xfrm>
          <a:prstGeom prst="rect">
            <a:avLst/>
          </a:prstGeom>
          <a:noFill/>
          <a:ln/>
        </p:spPr>
        <p:txBody>
          <a:bodyPr wrap="square" lIns="0" tIns="0" rIns="0" bIns="0" rtlCol="0" anchor="ctr"/>
          <a:lstStyle/>
          <a:p>
            <a:pPr algn="l" indent="0" marL="0">
              <a:buNone/>
            </a:pPr>
            <a:r>
              <a:rPr lang="ko-KR" altLang="en-US" sz="4000" b="1" dirty="0">
                <a:solidFill>
                  <a:schemeClr val="bg1"/>
                </a:solidFill>
              </a:rPr>
              <a:t>시연</a:t>
            </a:r>
            <a:endParaRPr lang="ko-KR" sz="4000" dirty="0"/>
          </a:p>
        </p:txBody>
      </p:sp>
      <p:sp>
        <p:nvSpPr>
          <p:cNvPr id="3" name="Text 0"/>
          <p:cNvSpPr/>
          <p:nvPr>
            <p:ph idx="101" type="body" hasCustomPrompt="1"/>
          </p:nvPr>
        </p:nvSpPr>
        <p:spPr>
          <a:xfrm>
            <a:off x="548640" y="1783080"/>
            <a:ext cx="11064240" cy="457200"/>
          </a:xfrm>
          <a:prstGeom prst="rect">
            <a:avLst/>
          </a:prstGeom>
          <a:noFill/>
          <a:ln/>
        </p:spPr>
        <p:txBody>
          <a:bodyPr wrap="square" lIns="0" tIns="0" rIns="0" bIns="0" rtlCol="0" anchor="ctr"/>
          <a:lstStyle/>
          <a:p>
            <a:pPr algn="l" indent="0" marL="0">
              <a:buNone/>
            </a:pPr>
            <a:r>
              <a:rPr lang="ko-KR" altLang="en-US" sz="1800" dirty="0">
                <a:solidFill>
                  <a:schemeClr val="accent5"/>
                </a:solidFill>
              </a:rPr>
              <a:t>담당자의 화면으로 보기 · 약 3분 30초</a:t>
            </a:r>
            <a:endParaRPr lang="ko-KR" sz="1800" dirty="0"/>
          </a:p>
        </p:txBody>
      </p:sp>
      <p:sp>
        <p:nvSpPr>
          <p:cNvPr id="4" name="Shape 2"/>
          <p:cNvSpPr/>
          <p:nvPr/>
        </p:nvSpPr>
        <p:spPr>
          <a:xfrm>
            <a:off x="548640" y="2651760"/>
            <a:ext cx="2606040" cy="3017520"/>
          </a:xfrm>
          <a:prstGeom prst="roundRect">
            <a:avLst>
              <a:gd name="adj" fmla="val 2105"/>
            </a:avLst>
          </a:prstGeom>
          <a:solidFill>
            <a:schemeClr val="bg1">
              <a:alpha val="9000"/>
            </a:schemeClr>
          </a:solidFill>
          <a:ln/>
        </p:spPr>
      </p:sp>
      <p:sp>
        <p:nvSpPr>
          <p:cNvPr id="5" name="Text 3"/>
          <p:cNvSpPr/>
          <p:nvPr/>
        </p:nvSpPr>
        <p:spPr>
          <a:xfrm>
            <a:off x="749808" y="2834640"/>
            <a:ext cx="411480" cy="411480"/>
          </a:xfrm>
          <a:prstGeom prst="ellipse">
            <a:avLst/>
          </a:prstGeom>
          <a:solidFill>
            <a:schemeClr val="accent1"/>
          </a:solidFill>
          <a:ln/>
        </p:spPr>
        <p:txBody>
          <a:bodyPr wrap="square" lIns="0" tIns="0" rIns="0" bIns="0" rtlCol="0" anchor="ctr"/>
          <a:lstStyle/>
          <a:p>
            <a:pPr algn="ctr" indent="0" marL="0">
              <a:buNone/>
            </a:pPr>
            <a:r>
              <a:rPr lang="en-US" sz="1500" b="1" dirty="0">
                <a:solidFill>
                  <a:schemeClr val="bg1"/>
                </a:solidFill>
              </a:rPr>
              <a:t>1</a:t>
            </a:r>
            <a:endParaRPr lang="en-US" sz="1500" dirty="0"/>
          </a:p>
        </p:txBody>
      </p:sp>
      <p:sp>
        <p:nvSpPr>
          <p:cNvPr id="6" name="Text 4"/>
          <p:cNvSpPr txBox="1"/>
          <p:nvPr/>
        </p:nvSpPr>
        <p:spPr>
          <a:xfrm>
            <a:off x="1280160" y="2852928"/>
            <a:ext cx="1737360" cy="365760"/>
          </a:xfrm>
          <a:prstGeom prst="rect">
            <a:avLst/>
          </a:prstGeom>
          <a:noFill/>
          <a:ln/>
        </p:spPr>
        <p:txBody>
          <a:bodyPr wrap="square" lIns="0" tIns="0" rIns="0" bIns="0" rtlCol="0" anchor="ctr"/>
          <a:lstStyle/>
          <a:p>
            <a:pPr indent="0" marL="0">
              <a:buNone/>
            </a:pPr>
            <a:r>
              <a:rPr lang="ko-KR" altLang="en-US" sz="1200" dirty="0">
                <a:solidFill>
                  <a:schemeClr val="accent5"/>
                </a:solidFill>
              </a:rPr>
              <a:t>SR-2041 · 1분</a:t>
            </a:r>
            <a:endParaRPr lang="ko-KR" sz="1200" dirty="0"/>
          </a:p>
        </p:txBody>
      </p:sp>
      <p:sp>
        <p:nvSpPr>
          <p:cNvPr id="7" name="Text 5"/>
          <p:cNvSpPr txBox="1"/>
          <p:nvPr/>
        </p:nvSpPr>
        <p:spPr>
          <a:xfrm>
            <a:off x="749808" y="3429000"/>
            <a:ext cx="2240280" cy="777240"/>
          </a:xfrm>
          <a:prstGeom prst="rect">
            <a:avLst/>
          </a:prstGeom>
          <a:noFill/>
          <a:ln/>
        </p:spPr>
        <p:txBody>
          <a:bodyPr wrap="square" lIns="0" tIns="0" rIns="0" bIns="0" rtlCol="0" anchor="t"/>
          <a:lstStyle/>
          <a:p>
            <a:pPr indent="0" marL="0">
              <a:spcAft>
                <a:spcPts val="400"/>
              </a:spcAft>
              <a:buNone/>
            </a:pPr>
            <a:r>
              <a:rPr lang="ko-KR" altLang="en-US" sz="1800" b="1" dirty="0">
                <a:solidFill>
                  <a:schemeClr val="bg1"/>
                </a:solidFill>
              </a:rPr>
              <a:t>S1 결함 수정</a:t>
            </a:r>
            <a:endParaRPr lang="ko-KR" sz="1400" dirty="0"/>
          </a:p>
          <a:p>
            <a:pPr indent="0" marL="0">
              <a:spcAft>
                <a:spcPts val="400"/>
              </a:spcAft>
              <a:buNone/>
            </a:pPr>
            <a:r>
              <a:rPr lang="ko-KR" altLang="en-US" sz="1300" i="1" dirty="0">
                <a:solidFill>
                  <a:schemeClr val="accent5"/>
                </a:solidFill>
              </a:rPr>
              <a:t>쿠폰 2장이면 정산 금액 음수</a:t>
            </a:r>
            <a:endParaRPr lang="ko-KR" sz="1400" dirty="0"/>
          </a:p>
        </p:txBody>
      </p:sp>
      <p:sp>
        <p:nvSpPr>
          <p:cNvPr id="8" name="Text 6"/>
          <p:cNvSpPr txBox="1"/>
          <p:nvPr/>
        </p:nvSpPr>
        <p:spPr>
          <a:xfrm>
            <a:off x="749808" y="4251960"/>
            <a:ext cx="2240280" cy="1325880"/>
          </a:xfrm>
          <a:prstGeom prst="rect">
            <a:avLst/>
          </a:prstGeom>
          <a:noFill/>
          <a:ln/>
        </p:spPr>
        <p:txBody>
          <a:bodyPr wrap="square" lIns="0" tIns="0" rIns="0" bIns="0" rtlCol="0" anchor="t"/>
          <a:lstStyle/>
          <a:p>
            <a:pPr indent="0" marL="0">
              <a:buNone/>
            </a:pPr>
            <a:r>
              <a:rPr lang="ko-KR" altLang="en-US" sz="1400" dirty="0">
                <a:solidFill>
                  <a:schemeClr val="bg1"/>
                </a:solidFill>
              </a:rPr>
              <a:t>왜 모델 1위가 아닌 함수를 골랐나, 어떤 규칙으로 고쳤나, 바뀐 줄 4개</a:t>
            </a:r>
            <a:endParaRPr lang="ko-KR" sz="1400" dirty="0"/>
          </a:p>
        </p:txBody>
      </p:sp>
      <p:sp>
        <p:nvSpPr>
          <p:cNvPr id="9" name="Shape 7"/>
          <p:cNvSpPr/>
          <p:nvPr/>
        </p:nvSpPr>
        <p:spPr>
          <a:xfrm>
            <a:off x="3383280" y="2651760"/>
            <a:ext cx="2606040" cy="3017520"/>
          </a:xfrm>
          <a:prstGeom prst="roundRect">
            <a:avLst>
              <a:gd name="adj" fmla="val 2105"/>
            </a:avLst>
          </a:prstGeom>
          <a:solidFill>
            <a:schemeClr val="bg1">
              <a:alpha val="9000"/>
            </a:schemeClr>
          </a:solidFill>
          <a:ln/>
        </p:spPr>
      </p:sp>
      <p:sp>
        <p:nvSpPr>
          <p:cNvPr id="10" name="Text 8"/>
          <p:cNvSpPr/>
          <p:nvPr/>
        </p:nvSpPr>
        <p:spPr>
          <a:xfrm>
            <a:off x="3584448" y="2834640"/>
            <a:ext cx="411480" cy="411480"/>
          </a:xfrm>
          <a:prstGeom prst="ellipse">
            <a:avLst/>
          </a:prstGeom>
          <a:solidFill>
            <a:schemeClr val="accent1"/>
          </a:solidFill>
          <a:ln/>
        </p:spPr>
        <p:txBody>
          <a:bodyPr wrap="square" lIns="0" tIns="0" rIns="0" bIns="0" rtlCol="0" anchor="ctr"/>
          <a:lstStyle/>
          <a:p>
            <a:pPr algn="ctr" indent="0" marL="0">
              <a:buNone/>
            </a:pPr>
            <a:r>
              <a:rPr lang="en-US" sz="1500" b="1" dirty="0">
                <a:solidFill>
                  <a:schemeClr val="bg1"/>
                </a:solidFill>
              </a:rPr>
              <a:t>2</a:t>
            </a:r>
            <a:endParaRPr lang="en-US" sz="1500" dirty="0"/>
          </a:p>
        </p:txBody>
      </p:sp>
      <p:sp>
        <p:nvSpPr>
          <p:cNvPr id="11" name="Text 9"/>
          <p:cNvSpPr txBox="1"/>
          <p:nvPr/>
        </p:nvSpPr>
        <p:spPr>
          <a:xfrm>
            <a:off x="4114800" y="2852928"/>
            <a:ext cx="1737360" cy="365760"/>
          </a:xfrm>
          <a:prstGeom prst="rect">
            <a:avLst/>
          </a:prstGeom>
          <a:noFill/>
          <a:ln/>
        </p:spPr>
        <p:txBody>
          <a:bodyPr wrap="square" lIns="0" tIns="0" rIns="0" bIns="0" rtlCol="0" anchor="ctr"/>
          <a:lstStyle/>
          <a:p>
            <a:pPr indent="0" marL="0">
              <a:buNone/>
            </a:pPr>
            <a:r>
              <a:rPr lang="ko-KR" altLang="en-US" sz="1200" dirty="0">
                <a:solidFill>
                  <a:schemeClr val="accent5"/>
                </a:solidFill>
              </a:rPr>
              <a:t>SR-2077 · 1분</a:t>
            </a:r>
            <a:endParaRPr lang="ko-KR" sz="1200" dirty="0"/>
          </a:p>
        </p:txBody>
      </p:sp>
      <p:sp>
        <p:nvSpPr>
          <p:cNvPr id="12" name="Text 10"/>
          <p:cNvSpPr txBox="1"/>
          <p:nvPr/>
        </p:nvSpPr>
        <p:spPr>
          <a:xfrm>
            <a:off x="3584448" y="3429000"/>
            <a:ext cx="2240280" cy="777240"/>
          </a:xfrm>
          <a:prstGeom prst="rect">
            <a:avLst/>
          </a:prstGeom>
          <a:noFill/>
          <a:ln/>
        </p:spPr>
        <p:txBody>
          <a:bodyPr wrap="square" lIns="0" tIns="0" rIns="0" bIns="0" rtlCol="0" anchor="t"/>
          <a:lstStyle/>
          <a:p>
            <a:pPr indent="0" marL="0">
              <a:spcAft>
                <a:spcPts val="400"/>
              </a:spcAft>
              <a:buNone/>
            </a:pPr>
            <a:r>
              <a:rPr lang="ko-KR" altLang="en-US" sz="1800" b="1" dirty="0">
                <a:solidFill>
                  <a:schemeClr val="bg1"/>
                </a:solidFill>
              </a:rPr>
              <a:t>S2 코드 표준화</a:t>
            </a:r>
            <a:endParaRPr lang="ko-KR" sz="1400" dirty="0"/>
          </a:p>
          <a:p>
            <a:pPr indent="0" marL="0">
              <a:spcAft>
                <a:spcPts val="400"/>
              </a:spcAft>
              <a:buNone/>
            </a:pPr>
            <a:r>
              <a:rPr lang="ko-KR" altLang="en-US" sz="1300" i="1" dirty="0">
                <a:solidFill>
                  <a:schemeClr val="accent5"/>
                </a:solidFill>
              </a:rPr>
              <a:t>utcnow·pytz 제거</a:t>
            </a:r>
            <a:endParaRPr lang="ko-KR" sz="1400" dirty="0"/>
          </a:p>
        </p:txBody>
      </p:sp>
      <p:sp>
        <p:nvSpPr>
          <p:cNvPr id="13" name="Text 11"/>
          <p:cNvSpPr txBox="1"/>
          <p:nvPr/>
        </p:nvSpPr>
        <p:spPr>
          <a:xfrm>
            <a:off x="3584448" y="4251960"/>
            <a:ext cx="2240280" cy="1325880"/>
          </a:xfrm>
          <a:prstGeom prst="rect">
            <a:avLst/>
          </a:prstGeom>
          <a:noFill/>
          <a:ln/>
        </p:spPr>
        <p:txBody>
          <a:bodyPr wrap="square" lIns="0" tIns="0" rIns="0" bIns="0" rtlCol="0" anchor="t"/>
          <a:lstStyle/>
          <a:p>
            <a:pPr indent="0" marL="0">
              <a:buNone/>
            </a:pPr>
            <a:r>
              <a:rPr lang="ko-KR" altLang="en-US" sz="1400" dirty="0">
                <a:solidFill>
                  <a:schemeClr val="bg1"/>
                </a:solidFill>
              </a:rPr>
              <a:t>공격이 찾은 회귀로 판정 실패 → 사람 개입 없이 재시도 후 통과</a:t>
            </a:r>
            <a:endParaRPr lang="ko-KR" sz="1400" dirty="0"/>
          </a:p>
        </p:txBody>
      </p:sp>
      <p:sp>
        <p:nvSpPr>
          <p:cNvPr id="14" name="Shape 12"/>
          <p:cNvSpPr/>
          <p:nvPr/>
        </p:nvSpPr>
        <p:spPr>
          <a:xfrm>
            <a:off x="6217920" y="2651760"/>
            <a:ext cx="2606040" cy="3017520"/>
          </a:xfrm>
          <a:prstGeom prst="roundRect">
            <a:avLst>
              <a:gd name="adj" fmla="val 2105"/>
            </a:avLst>
          </a:prstGeom>
          <a:solidFill>
            <a:schemeClr val="bg1">
              <a:alpha val="9000"/>
            </a:schemeClr>
          </a:solidFill>
          <a:ln/>
        </p:spPr>
      </p:sp>
      <p:sp>
        <p:nvSpPr>
          <p:cNvPr id="15" name="Text 13"/>
          <p:cNvSpPr/>
          <p:nvPr/>
        </p:nvSpPr>
        <p:spPr>
          <a:xfrm>
            <a:off x="6419088" y="2834640"/>
            <a:ext cx="411480" cy="411480"/>
          </a:xfrm>
          <a:prstGeom prst="ellipse">
            <a:avLst/>
          </a:prstGeom>
          <a:solidFill>
            <a:schemeClr val="accent1"/>
          </a:solidFill>
          <a:ln/>
        </p:spPr>
        <p:txBody>
          <a:bodyPr wrap="square" lIns="0" tIns="0" rIns="0" bIns="0" rtlCol="0" anchor="ctr"/>
          <a:lstStyle/>
          <a:p>
            <a:pPr algn="ctr" indent="0" marL="0">
              <a:buNone/>
            </a:pPr>
            <a:r>
              <a:rPr lang="en-US" sz="1500" b="1" dirty="0">
                <a:solidFill>
                  <a:schemeClr val="bg1"/>
                </a:solidFill>
              </a:rPr>
              <a:t>3</a:t>
            </a:r>
            <a:endParaRPr lang="en-US" sz="1500" dirty="0"/>
          </a:p>
        </p:txBody>
      </p:sp>
      <p:sp>
        <p:nvSpPr>
          <p:cNvPr id="16" name="Text 14"/>
          <p:cNvSpPr txBox="1"/>
          <p:nvPr/>
        </p:nvSpPr>
        <p:spPr>
          <a:xfrm>
            <a:off x="6949440" y="2852928"/>
            <a:ext cx="1737360" cy="365760"/>
          </a:xfrm>
          <a:prstGeom prst="rect">
            <a:avLst/>
          </a:prstGeom>
          <a:noFill/>
          <a:ln/>
        </p:spPr>
        <p:txBody>
          <a:bodyPr wrap="square" lIns="0" tIns="0" rIns="0" bIns="0" rtlCol="0" anchor="ctr"/>
          <a:lstStyle/>
          <a:p>
            <a:pPr indent="0" marL="0">
              <a:buNone/>
            </a:pPr>
            <a:r>
              <a:rPr lang="ko-KR" altLang="en-US" sz="1200" dirty="0">
                <a:solidFill>
                  <a:schemeClr val="accent5"/>
                </a:solidFill>
              </a:rPr>
              <a:t>실시간 · 30초</a:t>
            </a:r>
            <a:endParaRPr lang="ko-KR" sz="1200" dirty="0"/>
          </a:p>
        </p:txBody>
      </p:sp>
      <p:sp>
        <p:nvSpPr>
          <p:cNvPr id="17" name="Text 15"/>
          <p:cNvSpPr txBox="1"/>
          <p:nvPr/>
        </p:nvSpPr>
        <p:spPr>
          <a:xfrm>
            <a:off x="6419088" y="3429000"/>
            <a:ext cx="2240280" cy="777240"/>
          </a:xfrm>
          <a:prstGeom prst="rect">
            <a:avLst/>
          </a:prstGeom>
          <a:noFill/>
          <a:ln/>
        </p:spPr>
        <p:txBody>
          <a:bodyPr wrap="square" lIns="0" tIns="0" rIns="0" bIns="0" rtlCol="0" anchor="t"/>
          <a:lstStyle/>
          <a:p>
            <a:pPr indent="0" marL="0">
              <a:spcAft>
                <a:spcPts val="400"/>
              </a:spcAft>
              <a:buNone/>
            </a:pPr>
            <a:r>
              <a:rPr lang="ko-KR" altLang="en-US" sz="1800" b="1" dirty="0">
                <a:solidFill>
                  <a:schemeClr val="bg1"/>
                </a:solidFill>
              </a:rPr>
              <a:t>접수 검사</a:t>
            </a:r>
            <a:endParaRPr lang="ko-KR" sz="1400" dirty="0"/>
          </a:p>
          <a:p>
            <a:pPr indent="0" marL="0">
              <a:spcAft>
                <a:spcPts val="400"/>
              </a:spcAft>
              <a:buNone/>
            </a:pPr>
            <a:r>
              <a:rPr lang="ko-KR" altLang="en-US" sz="1300" i="1" dirty="0">
                <a:solidFill>
                  <a:schemeClr val="accent5"/>
                </a:solidFill>
              </a:rPr>
              <a:t>정산 관련 확인 부탁</a:t>
            </a:r>
            <a:endParaRPr lang="ko-KR" sz="1400" dirty="0"/>
          </a:p>
        </p:txBody>
      </p:sp>
      <p:sp>
        <p:nvSpPr>
          <p:cNvPr id="18" name="Text 16"/>
          <p:cNvSpPr txBox="1"/>
          <p:nvPr/>
        </p:nvSpPr>
        <p:spPr>
          <a:xfrm>
            <a:off x="6419088" y="4251960"/>
            <a:ext cx="2240280" cy="1325880"/>
          </a:xfrm>
          <a:prstGeom prst="rect">
            <a:avLst/>
          </a:prstGeom>
          <a:noFill/>
          <a:ln/>
        </p:spPr>
        <p:txBody>
          <a:bodyPr wrap="square" lIns="0" tIns="0" rIns="0" bIns="0" rtlCol="0" anchor="t"/>
          <a:lstStyle/>
          <a:p>
            <a:pPr indent="0" marL="0">
              <a:buNone/>
            </a:pPr>
            <a:r>
              <a:rPr lang="ko-KR" altLang="en-US" sz="1400" dirty="0">
                <a:solidFill>
                  <a:schemeClr val="bg1"/>
                </a:solidFill>
              </a:rPr>
              <a:t>엉뚱한 요청은 고치지 않고 보완 요청으로 멈춤</a:t>
            </a:r>
            <a:endParaRPr lang="ko-KR" sz="1400" dirty="0"/>
          </a:p>
        </p:txBody>
      </p:sp>
      <p:sp>
        <p:nvSpPr>
          <p:cNvPr id="19" name="Shape 17"/>
          <p:cNvSpPr/>
          <p:nvPr/>
        </p:nvSpPr>
        <p:spPr>
          <a:xfrm>
            <a:off x="9052560" y="2651760"/>
            <a:ext cx="2606040" cy="3017520"/>
          </a:xfrm>
          <a:prstGeom prst="roundRect">
            <a:avLst>
              <a:gd name="adj" fmla="val 2105"/>
            </a:avLst>
          </a:prstGeom>
          <a:solidFill>
            <a:schemeClr val="bg1">
              <a:alpha val="9000"/>
            </a:schemeClr>
          </a:solidFill>
          <a:ln/>
        </p:spPr>
      </p:sp>
      <p:sp>
        <p:nvSpPr>
          <p:cNvPr id="20" name="Text 18"/>
          <p:cNvSpPr/>
          <p:nvPr/>
        </p:nvSpPr>
        <p:spPr>
          <a:xfrm>
            <a:off x="9253728" y="2834640"/>
            <a:ext cx="411480" cy="411480"/>
          </a:xfrm>
          <a:prstGeom prst="ellipse">
            <a:avLst/>
          </a:prstGeom>
          <a:solidFill>
            <a:schemeClr val="accent4"/>
          </a:solidFill>
          <a:ln/>
        </p:spPr>
        <p:txBody>
          <a:bodyPr wrap="square" lIns="0" tIns="0" rIns="0" bIns="0" rtlCol="0" anchor="ctr"/>
          <a:lstStyle/>
          <a:p>
            <a:pPr algn="ctr" indent="0" marL="0">
              <a:buNone/>
            </a:pPr>
            <a:r>
              <a:rPr lang="en-US" sz="1500" b="1" dirty="0">
                <a:solidFill>
                  <a:schemeClr val="bg1"/>
                </a:solidFill>
              </a:rPr>
              <a:t>4</a:t>
            </a:r>
            <a:endParaRPr lang="en-US" sz="1500" dirty="0"/>
          </a:p>
        </p:txBody>
      </p:sp>
      <p:sp>
        <p:nvSpPr>
          <p:cNvPr id="21" name="Text 19"/>
          <p:cNvSpPr txBox="1"/>
          <p:nvPr/>
        </p:nvSpPr>
        <p:spPr>
          <a:xfrm>
            <a:off x="9784080" y="2852928"/>
            <a:ext cx="1737360" cy="365760"/>
          </a:xfrm>
          <a:prstGeom prst="rect">
            <a:avLst/>
          </a:prstGeom>
          <a:noFill/>
          <a:ln/>
        </p:spPr>
        <p:txBody>
          <a:bodyPr wrap="square" lIns="0" tIns="0" rIns="0" bIns="0" rtlCol="0" anchor="ctr"/>
          <a:lstStyle/>
          <a:p>
            <a:pPr indent="0" marL="0">
              <a:buNone/>
            </a:pPr>
            <a:r>
              <a:rPr lang="ko-KR" altLang="en-US" sz="1200" dirty="0">
                <a:solidFill>
                  <a:schemeClr val="accent5"/>
                </a:solidFill>
              </a:rPr>
              <a:t>처음 보는 결함 · 1분</a:t>
            </a:r>
            <a:endParaRPr lang="ko-KR" sz="1200" dirty="0"/>
          </a:p>
        </p:txBody>
      </p:sp>
      <p:sp>
        <p:nvSpPr>
          <p:cNvPr id="22" name="Text 20"/>
          <p:cNvSpPr txBox="1"/>
          <p:nvPr/>
        </p:nvSpPr>
        <p:spPr>
          <a:xfrm>
            <a:off x="9253728" y="3429000"/>
            <a:ext cx="2240280" cy="777240"/>
          </a:xfrm>
          <a:prstGeom prst="rect">
            <a:avLst/>
          </a:prstGeom>
          <a:noFill/>
          <a:ln/>
        </p:spPr>
        <p:txBody>
          <a:bodyPr wrap="square" lIns="0" tIns="0" rIns="0" bIns="0" rtlCol="0" anchor="t"/>
          <a:lstStyle/>
          <a:p>
            <a:pPr indent="0" marL="0">
              <a:spcAft>
                <a:spcPts val="400"/>
              </a:spcAft>
              <a:buNone/>
            </a:pPr>
            <a:r>
              <a:rPr lang="ko-KR" altLang="en-US" sz="1800" b="1" dirty="0">
                <a:solidFill>
                  <a:schemeClr val="bg1"/>
                </a:solidFill>
              </a:rPr>
              <a:t>케이스 C</a:t>
            </a:r>
            <a:endParaRPr lang="ko-KR" sz="1400" dirty="0"/>
          </a:p>
          <a:p>
            <a:pPr indent="0" marL="0">
              <a:spcAft>
                <a:spcPts val="400"/>
              </a:spcAft>
              <a:buNone/>
            </a:pPr>
            <a:r>
              <a:rPr lang="ko-KR" altLang="en-US" sz="1300" i="1" dirty="0">
                <a:solidFill>
                  <a:schemeClr val="accent5"/>
                </a:solidFill>
              </a:rPr>
              <a:t>공통 조회 함수 db.query_one</a:t>
            </a:r>
            <a:endParaRPr lang="ko-KR" sz="1400" dirty="0"/>
          </a:p>
        </p:txBody>
      </p:sp>
      <p:sp>
        <p:nvSpPr>
          <p:cNvPr id="23" name="Text 21"/>
          <p:cNvSpPr txBox="1"/>
          <p:nvPr/>
        </p:nvSpPr>
        <p:spPr>
          <a:xfrm>
            <a:off x="9253728" y="4251960"/>
            <a:ext cx="2240280" cy="1325880"/>
          </a:xfrm>
          <a:prstGeom prst="rect">
            <a:avLst/>
          </a:prstGeom>
          <a:noFill/>
          <a:ln/>
        </p:spPr>
        <p:txBody>
          <a:bodyPr wrap="square" lIns="0" tIns="0" rIns="0" bIns="0" rtlCol="0" anchor="t"/>
          <a:lstStyle/>
          <a:p>
            <a:pPr indent="0" marL="0">
              <a:buNone/>
            </a:pPr>
            <a:r>
              <a:rPr lang="ko-KR" altLang="en-US" sz="1400" dirty="0">
                <a:solidFill>
                  <a:schemeClr val="bg1"/>
                </a:solidFill>
              </a:rPr>
              <a:t>판정은 통과했지만 호출부만 감쌈 → 담당자가 반려, 정답 확인으로 맞았음을 확인</a:t>
            </a:r>
            <a:endParaRPr lang="ko-KR" sz="1400" dirty="0"/>
          </a:p>
        </p:txBody>
      </p:sp>
      <p:sp>
        <p:nvSpPr>
          <p:cNvPr id="24" name="Text 22"/>
          <p:cNvSpPr txBox="1"/>
          <p:nvPr/>
        </p:nvSpPr>
        <p:spPr>
          <a:xfrm>
            <a:off x="548640" y="5852160"/>
            <a:ext cx="8229600" cy="274320"/>
          </a:xfrm>
          <a:prstGeom prst="rect">
            <a:avLst/>
          </a:prstGeom>
          <a:noFill/>
          <a:ln/>
        </p:spPr>
        <p:txBody>
          <a:bodyPr wrap="square" lIns="0" tIns="0" rIns="0" bIns="0" rtlCol="0" anchor="t"/>
          <a:lstStyle/>
          <a:p>
            <a:pPr indent="0" marL="0">
              <a:buNone/>
            </a:pPr>
            <a:r>
              <a:rPr lang="ko-KR" altLang="en-US" sz="1200" dirty="0">
                <a:solidFill>
                  <a:schemeClr val="accent5"/>
                </a:solidFill>
              </a:rPr>
              <a:t>재생 모드(녹화한 실제 실행)로 진행 · 접수 검사만 실시간</a:t>
            </a:r>
            <a:endParaRPr lang="ko-KR" sz="1200" dirty="0"/>
          </a:p>
        </p:txBody>
      </p:sp>
      <p:sp>
        <p:nvSpPr>
          <p:cNvPr id="25" name="Slide Number Placeholder 0"/>
          <p:cNvSpPr>
            <a:spLocks noGrp="1"/>
          </p:cNvSpPr>
          <p:nvPr>
            <p:ph type="sldNum" sz="quarter" idx="4294967295"/>
          </p:nvPr>
        </p:nvSpPr>
        <p:spPr>
          <a:xfrm>
            <a:off x="10972800" y="6400800"/>
            <a:ext cx="66751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body" hasCustomPrompt="1"/>
          </p:nvPr>
        </p:nvSpPr>
        <p:spPr>
          <a:xfrm>
            <a:off x="548640" y="365760"/>
            <a:ext cx="11064240" cy="320040"/>
          </a:xfrm>
          <a:prstGeom prst="rect">
            <a:avLst/>
          </a:prstGeom>
          <a:noFill/>
          <a:ln/>
        </p:spPr>
        <p:txBody>
          <a:bodyPr wrap="square" lIns="0" tIns="0" rIns="0" bIns="0" rtlCol="0" anchor="ctr"/>
          <a:lstStyle/>
          <a:p>
            <a:pPr algn="l" indent="0" marL="0">
              <a:buNone/>
            </a:pPr>
            <a:r>
              <a:rPr lang="ko-KR" altLang="en-US" sz="1300" b="1" dirty="0">
                <a:solidFill>
                  <a:schemeClr val="accent1"/>
                </a:solidFill>
              </a:rPr>
              <a:t>04 · 기획서 대비 바뀐 점</a:t>
            </a:r>
            <a:endParaRPr lang="ko-KR" sz="1300" dirty="0"/>
          </a:p>
        </p:txBody>
      </p:sp>
      <p:sp>
        <p:nvSpPr>
          <p:cNvPr id="3" name="Text 0"/>
          <p:cNvSpPr/>
          <p:nvPr>
            <p:ph idx="101" type="title" hasCustomPrompt="1"/>
          </p:nvPr>
        </p:nvSpPr>
        <p:spPr>
          <a:xfrm>
            <a:off x="548640" y="685800"/>
            <a:ext cx="11064240" cy="685800"/>
          </a:xfrm>
          <a:prstGeom prst="rect">
            <a:avLst/>
          </a:prstGeom>
          <a:noFill/>
          <a:ln/>
        </p:spPr>
        <p:txBody>
          <a:bodyPr wrap="square" lIns="0" tIns="0" rIns="0" bIns="0" rtlCol="0" anchor="ctr"/>
          <a:lstStyle/>
          <a:p>
            <a:pPr algn="l" indent="0" marL="0">
              <a:buNone/>
            </a:pPr>
            <a:r>
              <a:rPr lang="ko-KR" altLang="en-US" sz="2800" b="1" dirty="0">
                <a:solidFill>
                  <a:schemeClr val="tx1"/>
                </a:solidFill>
              </a:rPr>
              <a:t>"담당자가 믿을 수 있나"를 기준으로 고쳤다</a:t>
            </a:r>
            <a:endParaRPr lang="ko-KR" sz="28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548640" y="1554480"/>
          <a:ext cx="11091672" cy="914400"/>
        </p:xfrm>
        <a:graphic>
          <a:graphicData uri="http://schemas.openxmlformats.org/drawingml/2006/table">
            <a:tbl>
              <a:tblPr/>
              <a:tblGrid>
                <a:gridCol w="1463040"/>
                <a:gridCol w="1737360"/>
                <a:gridCol w="3611880"/>
                <a:gridCol w="4279392"/>
              </a:tblGrid>
              <a:tr h="512064">
                <a:tc>
                  <a:txBody>
                    <a:bodyPr/>
                    <a:lstStyle/>
                    <a:p>
                      <a:pPr indent="0" marL="0">
                        <a:buNone/>
                      </a:pPr>
                      <a:r>
                        <a:rPr lang="en-US" sz="1200" b="1" dirty="0">
                          <a:solidFill>
                            <a:schemeClr val="accent6"/>
                          </a:solidFill>
                          <a:latin typeface="Malgun Gothic" pitchFamily="34" charset="0"/>
                          <a:ea typeface="Malgun Gothic" pitchFamily="34" charset="-122"/>
                          <a:cs typeface="Malgun Gothic" pitchFamily="34" charset="-120"/>
                        </a:rPr>
                        <a:t>항목</a:t>
                      </a:r>
                      <a:endParaRPr lang="en-US" sz="1200" dirty="0">
                        <a:latin typeface="Malgun Gothic" charset="0"/>
                        <a:ea typeface="Malgun Gothic" charset="0"/>
                        <a:cs typeface="Malgun Gothic" charset="0"/>
                      </a:endParaRPr>
                    </a:p>
                  </a:txBody>
                  <a:tcPr marL="88900" marR="88900" marT="38100" marB="38100" anchor="ctr">
                    <a:lnL w="9525" cap="flat" cmpd="sng" algn="ctr">
                      <a:solidFill>
                        <a:srgbClr val="CDD6D2"/>
                      </a:solidFill>
                      <a:prstDash val="solid"/>
                      <a:round/>
                      <a:headEnd type="none" w="med" len="med"/>
                      <a:tailEnd type="none" w="med" len="med"/>
                    </a:lnL>
                    <a:lnR w="9525" cap="flat" cmpd="sng" algn="ctr">
                      <a:solidFill>
                        <a:srgbClr val="CDD6D2"/>
                      </a:solidFill>
                      <a:prstDash val="solid"/>
                      <a:round/>
                      <a:headEnd type="none" w="med" len="med"/>
                      <a:tailEnd type="none" w="med" len="med"/>
                    </a:lnR>
                    <a:lnT w="9525" cap="flat" cmpd="sng" algn="ctr">
                      <a:solidFill>
                        <a:srgbClr val="CDD6D2"/>
                      </a:solidFill>
                      <a:prstDash val="solid"/>
                      <a:round/>
                      <a:headEnd type="none" w="med" len="med"/>
                      <a:tailEnd type="none" w="med" len="med"/>
                    </a:lnT>
                    <a:lnB w="9525" cap="flat" cmpd="sng" algn="ctr">
                      <a:solidFill>
                        <a:srgbClr val="CDD6D2"/>
                      </a:solidFill>
                      <a:prstDash val="solid"/>
                      <a:round/>
                      <a:headEnd type="none" w="med" len="med"/>
                      <a:tailEnd type="none" w="med" len="med"/>
                    </a:lnB>
                    <a:solidFill>
                      <a:srgbClr val="ECF0EE"/>
                    </a:solidFill>
                  </a:tcPr>
                </a:tc>
                <a:tc>
                  <a:txBody>
                    <a:bodyPr/>
                    <a:lstStyle/>
                    <a:p>
                      <a:pPr indent="0" marL="0">
                        <a:buNone/>
                      </a:pPr>
                      <a:r>
                        <a:rPr lang="en-US" sz="1200" b="1" dirty="0">
                          <a:solidFill>
                            <a:schemeClr val="accent6"/>
                          </a:solidFill>
                          <a:latin typeface="Malgun Gothic" pitchFamily="34" charset="0"/>
                          <a:ea typeface="Malgun Gothic" pitchFamily="34" charset="-122"/>
                          <a:cs typeface="Malgun Gothic" pitchFamily="34" charset="-120"/>
                        </a:rPr>
                        <a:t>기획서</a:t>
                      </a:r>
                      <a:endParaRPr lang="en-US" sz="1200" dirty="0">
                        <a:latin typeface="Malgun Gothic" charset="0"/>
                        <a:ea typeface="Malgun Gothic" charset="0"/>
                        <a:cs typeface="Malgun Gothic" charset="0"/>
                      </a:endParaRPr>
                    </a:p>
                  </a:txBody>
                  <a:tcPr marL="88900" marR="88900" marT="38100" marB="38100" anchor="ctr">
                    <a:lnL w="9525" cap="flat" cmpd="sng" algn="ctr">
                      <a:solidFill>
                        <a:srgbClr val="CDD6D2"/>
                      </a:solidFill>
                      <a:prstDash val="solid"/>
                      <a:round/>
                      <a:headEnd type="none" w="med" len="med"/>
                      <a:tailEnd type="none" w="med" len="med"/>
                    </a:lnL>
                    <a:lnR w="9525" cap="flat" cmpd="sng" algn="ctr">
                      <a:solidFill>
                        <a:srgbClr val="CDD6D2"/>
                      </a:solidFill>
                      <a:prstDash val="solid"/>
                      <a:round/>
                      <a:headEnd type="none" w="med" len="med"/>
                      <a:tailEnd type="none" w="med" len="med"/>
                    </a:lnR>
                    <a:lnT w="9525" cap="flat" cmpd="sng" algn="ctr">
                      <a:solidFill>
                        <a:srgbClr val="CDD6D2"/>
                      </a:solidFill>
                      <a:prstDash val="solid"/>
                      <a:round/>
                      <a:headEnd type="none" w="med" len="med"/>
                      <a:tailEnd type="none" w="med" len="med"/>
                    </a:lnT>
                    <a:lnB w="9525" cap="flat" cmpd="sng" algn="ctr">
                      <a:solidFill>
                        <a:srgbClr val="CDD6D2"/>
                      </a:solidFill>
                      <a:prstDash val="solid"/>
                      <a:round/>
                      <a:headEnd type="none" w="med" len="med"/>
                      <a:tailEnd type="none" w="med" len="med"/>
                    </a:lnB>
                    <a:solidFill>
                      <a:srgbClr val="ECF0EE"/>
                    </a:solidFill>
                  </a:tcPr>
                </a:tc>
                <a:tc>
                  <a:txBody>
                    <a:bodyPr/>
                    <a:lstStyle/>
                    <a:p>
                      <a:pPr indent="0" marL="0">
                        <a:buNone/>
                      </a:pPr>
                      <a:r>
                        <a:rPr lang="en-US" sz="1200" b="1" dirty="0">
                          <a:solidFill>
                            <a:schemeClr val="accent6"/>
                          </a:solidFill>
                          <a:latin typeface="Malgun Gothic" pitchFamily="34" charset="0"/>
                          <a:ea typeface="Malgun Gothic" pitchFamily="34" charset="-122"/>
                          <a:cs typeface="Malgun Gothic" pitchFamily="34" charset="-120"/>
                        </a:rPr>
                        <a:t>지금</a:t>
                      </a:r>
                      <a:endParaRPr lang="en-US" sz="1200" dirty="0">
                        <a:latin typeface="Malgun Gothic" charset="0"/>
                        <a:ea typeface="Malgun Gothic" charset="0"/>
                        <a:cs typeface="Malgun Gothic" charset="0"/>
                      </a:endParaRPr>
                    </a:p>
                  </a:txBody>
                  <a:tcPr marL="88900" marR="88900" marT="38100" marB="38100" anchor="ctr">
                    <a:lnL w="9525" cap="flat" cmpd="sng" algn="ctr">
                      <a:solidFill>
                        <a:srgbClr val="CDD6D2"/>
                      </a:solidFill>
                      <a:prstDash val="solid"/>
                      <a:round/>
                      <a:headEnd type="none" w="med" len="med"/>
                      <a:tailEnd type="none" w="med" len="med"/>
                    </a:lnL>
                    <a:lnR w="9525" cap="flat" cmpd="sng" algn="ctr">
                      <a:solidFill>
                        <a:srgbClr val="CDD6D2"/>
                      </a:solidFill>
                      <a:prstDash val="solid"/>
                      <a:round/>
                      <a:headEnd type="none" w="med" len="med"/>
                      <a:tailEnd type="none" w="med" len="med"/>
                    </a:lnR>
                    <a:lnT w="9525" cap="flat" cmpd="sng" algn="ctr">
                      <a:solidFill>
                        <a:srgbClr val="CDD6D2"/>
                      </a:solidFill>
                      <a:prstDash val="solid"/>
                      <a:round/>
                      <a:headEnd type="none" w="med" len="med"/>
                      <a:tailEnd type="none" w="med" len="med"/>
                    </a:lnT>
                    <a:lnB w="9525" cap="flat" cmpd="sng" algn="ctr">
                      <a:solidFill>
                        <a:srgbClr val="CDD6D2"/>
                      </a:solidFill>
                      <a:prstDash val="solid"/>
                      <a:round/>
                      <a:headEnd type="none" w="med" len="med"/>
                      <a:tailEnd type="none" w="med" len="med"/>
                    </a:lnB>
                    <a:solidFill>
                      <a:srgbClr val="ECF0EE"/>
                    </a:solidFill>
                  </a:tcPr>
                </a:tc>
                <a:tc>
                  <a:txBody>
                    <a:bodyPr/>
                    <a:lstStyle/>
                    <a:p>
                      <a:pPr indent="0" marL="0">
                        <a:buNone/>
                      </a:pPr>
                      <a:r>
                        <a:rPr lang="en-US" sz="1200" b="1" dirty="0">
                          <a:solidFill>
                            <a:schemeClr val="accent6"/>
                          </a:solidFill>
                          <a:latin typeface="Malgun Gothic" pitchFamily="34" charset="0"/>
                          <a:ea typeface="Malgun Gothic" pitchFamily="34" charset="-122"/>
                          <a:cs typeface="Malgun Gothic" pitchFamily="34" charset="-120"/>
                        </a:rPr>
                        <a:t>왜 바꿨나</a:t>
                      </a:r>
                      <a:endParaRPr lang="en-US" sz="1200" dirty="0">
                        <a:latin typeface="Malgun Gothic" charset="0"/>
                        <a:ea typeface="Malgun Gothic" charset="0"/>
                        <a:cs typeface="Malgun Gothic" charset="0"/>
                      </a:endParaRPr>
                    </a:p>
                  </a:txBody>
                  <a:tcPr marL="88900" marR="88900" marT="38100" marB="38100" anchor="ctr">
                    <a:lnL w="9525" cap="flat" cmpd="sng" algn="ctr">
                      <a:solidFill>
                        <a:srgbClr val="CDD6D2"/>
                      </a:solidFill>
                      <a:prstDash val="solid"/>
                      <a:round/>
                      <a:headEnd type="none" w="med" len="med"/>
                      <a:tailEnd type="none" w="med" len="med"/>
                    </a:lnL>
                    <a:lnR w="9525" cap="flat" cmpd="sng" algn="ctr">
                      <a:solidFill>
                        <a:srgbClr val="CDD6D2"/>
                      </a:solidFill>
                      <a:prstDash val="solid"/>
                      <a:round/>
                      <a:headEnd type="none" w="med" len="med"/>
                      <a:tailEnd type="none" w="med" len="med"/>
                    </a:lnR>
                    <a:lnT w="9525" cap="flat" cmpd="sng" algn="ctr">
                      <a:solidFill>
                        <a:srgbClr val="CDD6D2"/>
                      </a:solidFill>
                      <a:prstDash val="solid"/>
                      <a:round/>
                      <a:headEnd type="none" w="med" len="med"/>
                      <a:tailEnd type="none" w="med" len="med"/>
                    </a:lnT>
                    <a:lnB w="9525" cap="flat" cmpd="sng" algn="ctr">
                      <a:solidFill>
                        <a:srgbClr val="CDD6D2"/>
                      </a:solidFill>
                      <a:prstDash val="solid"/>
                      <a:round/>
                      <a:headEnd type="none" w="med" len="med"/>
                      <a:tailEnd type="none" w="med" len="med"/>
                    </a:lnB>
                    <a:solidFill>
                      <a:srgbClr val="ECF0EE"/>
                    </a:solidFill>
                  </a:tcPr>
                </a:tc>
              </a:tr>
              <a:tr h="512064">
                <a:tc>
                  <a:txBody>
                    <a:bodyPr/>
                    <a:lstStyle/>
                    <a:p>
                      <a:pPr indent="0" marL="0">
                        <a:buNone/>
                      </a:pPr>
                      <a:r>
                        <a:rPr lang="en-US" sz="1200" b="1" dirty="0">
                          <a:solidFill>
                            <a:schemeClr val="tx1"/>
                          </a:solidFill>
                          <a:latin typeface="Malgun Gothic" pitchFamily="34" charset="0"/>
                          <a:ea typeface="Malgun Gothic" pitchFamily="34" charset="-122"/>
                          <a:cs typeface="Malgun Gothic" pitchFamily="34" charset="-120"/>
                        </a:rPr>
                        <a:t>예측 모델의 역할</a:t>
                      </a:r>
                      <a:endParaRPr lang="en-US" sz="1200" dirty="0">
                        <a:latin typeface="Malgun Gothic" charset="0"/>
                        <a:ea typeface="Malgun Gothic" charset="0"/>
                        <a:cs typeface="Malgun Gothic" charset="0"/>
                      </a:endParaRPr>
                    </a:p>
                  </a:txBody>
                  <a:tcPr marL="88900" marR="88900" marT="38100" marB="38100" anchor="ctr">
                    <a:lnL w="9525" cap="flat" cmpd="sng" algn="ctr">
                      <a:solidFill>
                        <a:srgbClr val="CDD6D2"/>
                      </a:solidFill>
                      <a:prstDash val="solid"/>
                      <a:round/>
                      <a:headEnd type="none" w="med" len="med"/>
                      <a:tailEnd type="none" w="med" len="med"/>
                    </a:lnL>
                    <a:lnR w="9525" cap="flat" cmpd="sng" algn="ctr">
                      <a:solidFill>
                        <a:srgbClr val="CDD6D2"/>
                      </a:solidFill>
                      <a:prstDash val="solid"/>
                      <a:round/>
                      <a:headEnd type="none" w="med" len="med"/>
                      <a:tailEnd type="none" w="med" len="med"/>
                    </a:lnR>
                    <a:lnT w="9525" cap="flat" cmpd="sng" algn="ctr">
                      <a:solidFill>
                        <a:srgbClr val="CDD6D2"/>
                      </a:solidFill>
                      <a:prstDash val="solid"/>
                      <a:round/>
                      <a:headEnd type="none" w="med" len="med"/>
                      <a:tailEnd type="none" w="med" len="med"/>
                    </a:lnT>
                    <a:lnB w="9525" cap="flat" cmpd="sng" algn="ctr">
                      <a:solidFill>
                        <a:srgbClr val="CDD6D2"/>
                      </a:solidFill>
                      <a:prstDash val="solid"/>
                      <a:round/>
                      <a:headEnd type="none" w="med" len="med"/>
                      <a:tailEnd type="none" w="med" len="med"/>
                    </a:lnB>
                  </a:tcPr>
                </a:tc>
                <a:tc>
                  <a:txBody>
                    <a:bodyPr/>
                    <a:lstStyle/>
                    <a:p>
                      <a:pPr indent="0" marL="0">
                        <a:buNone/>
                      </a:pPr>
                      <a:r>
                        <a:rPr lang="en-US" sz="1200" dirty="0">
                          <a:solidFill>
                            <a:schemeClr val="accent6"/>
                          </a:solidFill>
                          <a:latin typeface="Malgun Gothic" pitchFamily="34" charset="0"/>
                          <a:ea typeface="Malgun Gothic" pitchFamily="34" charset="-122"/>
                          <a:cs typeface="Malgun Gothic" pitchFamily="34" charset="-120"/>
                        </a:rPr>
                        <a:t>결함 위치 Top-3 제시</a:t>
                      </a:r>
                      <a:endParaRPr lang="en-US" sz="1200" dirty="0">
                        <a:latin typeface="Malgun Gothic" charset="0"/>
                        <a:ea typeface="Malgun Gothic" charset="0"/>
                        <a:cs typeface="Malgun Gothic" charset="0"/>
                      </a:endParaRPr>
                    </a:p>
                  </a:txBody>
                  <a:tcPr marL="88900" marR="88900" marT="38100" marB="38100" anchor="ctr">
                    <a:lnL w="9525" cap="flat" cmpd="sng" algn="ctr">
                      <a:solidFill>
                        <a:srgbClr val="CDD6D2"/>
                      </a:solidFill>
                      <a:prstDash val="solid"/>
                      <a:round/>
                      <a:headEnd type="none" w="med" len="med"/>
                      <a:tailEnd type="none" w="med" len="med"/>
                    </a:lnL>
                    <a:lnR w="9525" cap="flat" cmpd="sng" algn="ctr">
                      <a:solidFill>
                        <a:srgbClr val="CDD6D2"/>
                      </a:solidFill>
                      <a:prstDash val="solid"/>
                      <a:round/>
                      <a:headEnd type="none" w="med" len="med"/>
                      <a:tailEnd type="none" w="med" len="med"/>
                    </a:lnR>
                    <a:lnT w="9525" cap="flat" cmpd="sng" algn="ctr">
                      <a:solidFill>
                        <a:srgbClr val="CDD6D2"/>
                      </a:solidFill>
                      <a:prstDash val="solid"/>
                      <a:round/>
                      <a:headEnd type="none" w="med" len="med"/>
                      <a:tailEnd type="none" w="med" len="med"/>
                    </a:lnT>
                    <a:lnB w="9525" cap="flat" cmpd="sng" algn="ctr">
                      <a:solidFill>
                        <a:srgbClr val="CDD6D2"/>
                      </a:solidFill>
                      <a:prstDash val="solid"/>
                      <a:round/>
                      <a:headEnd type="none" w="med" len="med"/>
                      <a:tailEnd type="none" w="med" len="med"/>
                    </a:lnB>
                  </a:tcPr>
                </a:tc>
                <a:tc>
                  <a:txBody>
                    <a:bodyPr/>
                    <a:lstStyle/>
                    <a:p>
                      <a:pPr indent="0" marL="0">
                        <a:buNone/>
                      </a:pPr>
                      <a:r>
                        <a:rPr lang="en-US" sz="1200" b="1" dirty="0">
                          <a:solidFill>
                            <a:schemeClr val="accent1"/>
                          </a:solidFill>
                          <a:latin typeface="Malgun Gothic" pitchFamily="34" charset="0"/>
                          <a:ea typeface="Malgun Gothic" pitchFamily="34" charset="-122"/>
                          <a:cs typeface="Malgun Gothic" pitchFamily="34" charset="-120"/>
                        </a:rPr>
                        <a:t>참고 자료, 최종 위치와 이유는 에이전트가 제시</a:t>
                      </a:r>
                      <a:endParaRPr lang="en-US" sz="1200" dirty="0">
                        <a:latin typeface="Malgun Gothic" charset="0"/>
                        <a:ea typeface="Malgun Gothic" charset="0"/>
                        <a:cs typeface="Malgun Gothic" charset="0"/>
                      </a:endParaRPr>
                    </a:p>
                  </a:txBody>
                  <a:tcPr marL="88900" marR="88900" marT="38100" marB="38100" anchor="ctr">
                    <a:lnL w="9525" cap="flat" cmpd="sng" algn="ctr">
                      <a:solidFill>
                        <a:srgbClr val="CDD6D2"/>
                      </a:solidFill>
                      <a:prstDash val="solid"/>
                      <a:round/>
                      <a:headEnd type="none" w="med" len="med"/>
                      <a:tailEnd type="none" w="med" len="med"/>
                    </a:lnL>
                    <a:lnR w="9525" cap="flat" cmpd="sng" algn="ctr">
                      <a:solidFill>
                        <a:srgbClr val="CDD6D2"/>
                      </a:solidFill>
                      <a:prstDash val="solid"/>
                      <a:round/>
                      <a:headEnd type="none" w="med" len="med"/>
                      <a:tailEnd type="none" w="med" len="med"/>
                    </a:lnR>
                    <a:lnT w="9525" cap="flat" cmpd="sng" algn="ctr">
                      <a:solidFill>
                        <a:srgbClr val="CDD6D2"/>
                      </a:solidFill>
                      <a:prstDash val="solid"/>
                      <a:round/>
                      <a:headEnd type="none" w="med" len="med"/>
                      <a:tailEnd type="none" w="med" len="med"/>
                    </a:lnT>
                    <a:lnB w="9525" cap="flat" cmpd="sng" algn="ctr">
                      <a:solidFill>
                        <a:srgbClr val="CDD6D2"/>
                      </a:solidFill>
                      <a:prstDash val="solid"/>
                      <a:round/>
                      <a:headEnd type="none" w="med" len="med"/>
                      <a:tailEnd type="none" w="med" len="med"/>
                    </a:lnB>
                    <a:solidFill>
                      <a:srgbClr val="E3F1ED"/>
                    </a:solidFill>
                  </a:tcPr>
                </a:tc>
                <a:tc>
                  <a:txBody>
                    <a:bodyPr/>
                    <a:lstStyle/>
                    <a:p>
                      <a:pPr indent="0" marL="0">
                        <a:buNone/>
                      </a:pPr>
                      <a:r>
                        <a:rPr lang="en-US" sz="1200" dirty="0">
                          <a:solidFill>
                            <a:schemeClr val="tx1"/>
                          </a:solidFill>
                          <a:latin typeface="Malgun Gothic" pitchFamily="34" charset="0"/>
                          <a:ea typeface="Malgun Gothic" pitchFamily="34" charset="-122"/>
                          <a:cs typeface="Malgun Gothic" pitchFamily="34" charset="-120"/>
                        </a:rPr>
                        <a:t>S1에서 정답이 3위 — 필요한 건 순위보다 "왜 여기인가"</a:t>
                      </a:r>
                      <a:endParaRPr lang="en-US" sz="1200" dirty="0">
                        <a:latin typeface="Malgun Gothic" charset="0"/>
                        <a:ea typeface="Malgun Gothic" charset="0"/>
                        <a:cs typeface="Malgun Gothic" charset="0"/>
                      </a:endParaRPr>
                    </a:p>
                  </a:txBody>
                  <a:tcPr marL="88900" marR="88900" marT="38100" marB="38100" anchor="ctr">
                    <a:lnL w="9525" cap="flat" cmpd="sng" algn="ctr">
                      <a:solidFill>
                        <a:srgbClr val="CDD6D2"/>
                      </a:solidFill>
                      <a:prstDash val="solid"/>
                      <a:round/>
                      <a:headEnd type="none" w="med" len="med"/>
                      <a:tailEnd type="none" w="med" len="med"/>
                    </a:lnL>
                    <a:lnR w="9525" cap="flat" cmpd="sng" algn="ctr">
                      <a:solidFill>
                        <a:srgbClr val="CDD6D2"/>
                      </a:solidFill>
                      <a:prstDash val="solid"/>
                      <a:round/>
                      <a:headEnd type="none" w="med" len="med"/>
                      <a:tailEnd type="none" w="med" len="med"/>
                    </a:lnR>
                    <a:lnT w="9525" cap="flat" cmpd="sng" algn="ctr">
                      <a:solidFill>
                        <a:srgbClr val="CDD6D2"/>
                      </a:solidFill>
                      <a:prstDash val="solid"/>
                      <a:round/>
                      <a:headEnd type="none" w="med" len="med"/>
                      <a:tailEnd type="none" w="med" len="med"/>
                    </a:lnT>
                    <a:lnB w="9525" cap="flat" cmpd="sng" algn="ctr">
                      <a:solidFill>
                        <a:srgbClr val="CDD6D2"/>
                      </a:solidFill>
                      <a:prstDash val="solid"/>
                      <a:round/>
                      <a:headEnd type="none" w="med" len="med"/>
                      <a:tailEnd type="none" w="med" len="med"/>
                    </a:lnB>
                  </a:tcPr>
                </a:tc>
              </a:tr>
              <a:tr h="512064">
                <a:tc>
                  <a:txBody>
                    <a:bodyPr/>
                    <a:lstStyle/>
                    <a:p>
                      <a:pPr indent="0" marL="0">
                        <a:buNone/>
                      </a:pPr>
                      <a:r>
                        <a:rPr lang="en-US" sz="1200" b="1" dirty="0">
                          <a:solidFill>
                            <a:schemeClr val="tx1"/>
                          </a:solidFill>
                          <a:latin typeface="Malgun Gothic" pitchFamily="34" charset="0"/>
                          <a:ea typeface="Malgun Gothic" pitchFamily="34" charset="-122"/>
                          <a:cs typeface="Malgun Gothic" pitchFamily="34" charset="-120"/>
                        </a:rPr>
                        <a:t>판정</a:t>
                      </a:r>
                      <a:endParaRPr lang="en-US" sz="1200" dirty="0">
                        <a:latin typeface="Malgun Gothic" charset="0"/>
                        <a:ea typeface="Malgun Gothic" charset="0"/>
                        <a:cs typeface="Malgun Gothic" charset="0"/>
                      </a:endParaRPr>
                    </a:p>
                  </a:txBody>
                  <a:tcPr marL="88900" marR="88900" marT="38100" marB="38100" anchor="ctr">
                    <a:lnL w="9525" cap="flat" cmpd="sng" algn="ctr">
                      <a:solidFill>
                        <a:srgbClr val="CDD6D2"/>
                      </a:solidFill>
                      <a:prstDash val="solid"/>
                      <a:round/>
                      <a:headEnd type="none" w="med" len="med"/>
                      <a:tailEnd type="none" w="med" len="med"/>
                    </a:lnL>
                    <a:lnR w="9525" cap="flat" cmpd="sng" algn="ctr">
                      <a:solidFill>
                        <a:srgbClr val="CDD6D2"/>
                      </a:solidFill>
                      <a:prstDash val="solid"/>
                      <a:round/>
                      <a:headEnd type="none" w="med" len="med"/>
                      <a:tailEnd type="none" w="med" len="med"/>
                    </a:lnR>
                    <a:lnT w="9525" cap="flat" cmpd="sng" algn="ctr">
                      <a:solidFill>
                        <a:srgbClr val="CDD6D2"/>
                      </a:solidFill>
                      <a:prstDash val="solid"/>
                      <a:round/>
                      <a:headEnd type="none" w="med" len="med"/>
                      <a:tailEnd type="none" w="med" len="med"/>
                    </a:lnT>
                    <a:lnB w="9525" cap="flat" cmpd="sng" algn="ctr">
                      <a:solidFill>
                        <a:srgbClr val="CDD6D2"/>
                      </a:solidFill>
                      <a:prstDash val="solid"/>
                      <a:round/>
                      <a:headEnd type="none" w="med" len="med"/>
                      <a:tailEnd type="none" w="med" len="med"/>
                    </a:lnB>
                  </a:tcPr>
                </a:tc>
                <a:tc>
                  <a:txBody>
                    <a:bodyPr/>
                    <a:lstStyle/>
                    <a:p>
                      <a:pPr indent="0" marL="0">
                        <a:buNone/>
                      </a:pPr>
                      <a:r>
                        <a:rPr lang="en-US" sz="1200" dirty="0">
                          <a:solidFill>
                            <a:schemeClr val="accent6"/>
                          </a:solidFill>
                          <a:latin typeface="Malgun Gothic" pitchFamily="34" charset="0"/>
                          <a:ea typeface="Malgun Gothic" pitchFamily="34" charset="-122"/>
                          <a:cs typeface="Malgun Gothic" pitchFamily="34" charset="-120"/>
                        </a:rPr>
                        <a:t>유형별 통과 조건</a:t>
                      </a:r>
                      <a:endParaRPr lang="en-US" sz="1200" dirty="0">
                        <a:latin typeface="Malgun Gothic" charset="0"/>
                        <a:ea typeface="Malgun Gothic" charset="0"/>
                        <a:cs typeface="Malgun Gothic" charset="0"/>
                      </a:endParaRPr>
                    </a:p>
                  </a:txBody>
                  <a:tcPr marL="88900" marR="88900" marT="38100" marB="38100" anchor="ctr">
                    <a:lnL w="9525" cap="flat" cmpd="sng" algn="ctr">
                      <a:solidFill>
                        <a:srgbClr val="CDD6D2"/>
                      </a:solidFill>
                      <a:prstDash val="solid"/>
                      <a:round/>
                      <a:headEnd type="none" w="med" len="med"/>
                      <a:tailEnd type="none" w="med" len="med"/>
                    </a:lnL>
                    <a:lnR w="9525" cap="flat" cmpd="sng" algn="ctr">
                      <a:solidFill>
                        <a:srgbClr val="CDD6D2"/>
                      </a:solidFill>
                      <a:prstDash val="solid"/>
                      <a:round/>
                      <a:headEnd type="none" w="med" len="med"/>
                      <a:tailEnd type="none" w="med" len="med"/>
                    </a:lnR>
                    <a:lnT w="9525" cap="flat" cmpd="sng" algn="ctr">
                      <a:solidFill>
                        <a:srgbClr val="CDD6D2"/>
                      </a:solidFill>
                      <a:prstDash val="solid"/>
                      <a:round/>
                      <a:headEnd type="none" w="med" len="med"/>
                      <a:tailEnd type="none" w="med" len="med"/>
                    </a:lnT>
                    <a:lnB w="9525" cap="flat" cmpd="sng" algn="ctr">
                      <a:solidFill>
                        <a:srgbClr val="CDD6D2"/>
                      </a:solidFill>
                      <a:prstDash val="solid"/>
                      <a:round/>
                      <a:headEnd type="none" w="med" len="med"/>
                      <a:tailEnd type="none" w="med" len="med"/>
                    </a:lnB>
                  </a:tcPr>
                </a:tc>
                <a:tc>
                  <a:txBody>
                    <a:bodyPr/>
                    <a:lstStyle/>
                    <a:p>
                      <a:pPr indent="0" marL="0">
                        <a:buNone/>
                      </a:pPr>
                      <a:r>
                        <a:rPr lang="en-US" sz="1200" b="1" dirty="0">
                          <a:solidFill>
                            <a:schemeClr val="accent1"/>
                          </a:solidFill>
                          <a:latin typeface="Malgun Gothic" pitchFamily="34" charset="0"/>
                          <a:ea typeface="Malgun Gothic" pitchFamily="34" charset="-122"/>
                          <a:cs typeface="Malgun Gothic" pitchFamily="34" charset="-120"/>
                        </a:rPr>
                        <a:t>+ 공격 입력을 판정이 전부 다시 실행 (시도 누적)</a:t>
                      </a:r>
                      <a:endParaRPr lang="en-US" sz="1200" dirty="0">
                        <a:latin typeface="Malgun Gothic" charset="0"/>
                        <a:ea typeface="Malgun Gothic" charset="0"/>
                        <a:cs typeface="Malgun Gothic" charset="0"/>
                      </a:endParaRPr>
                    </a:p>
                  </a:txBody>
                  <a:tcPr marL="88900" marR="88900" marT="38100" marB="38100" anchor="ctr">
                    <a:lnL w="9525" cap="flat" cmpd="sng" algn="ctr">
                      <a:solidFill>
                        <a:srgbClr val="CDD6D2"/>
                      </a:solidFill>
                      <a:prstDash val="solid"/>
                      <a:round/>
                      <a:headEnd type="none" w="med" len="med"/>
                      <a:tailEnd type="none" w="med" len="med"/>
                    </a:lnL>
                    <a:lnR w="9525" cap="flat" cmpd="sng" algn="ctr">
                      <a:solidFill>
                        <a:srgbClr val="CDD6D2"/>
                      </a:solidFill>
                      <a:prstDash val="solid"/>
                      <a:round/>
                      <a:headEnd type="none" w="med" len="med"/>
                      <a:tailEnd type="none" w="med" len="med"/>
                    </a:lnR>
                    <a:lnT w="9525" cap="flat" cmpd="sng" algn="ctr">
                      <a:solidFill>
                        <a:srgbClr val="CDD6D2"/>
                      </a:solidFill>
                      <a:prstDash val="solid"/>
                      <a:round/>
                      <a:headEnd type="none" w="med" len="med"/>
                      <a:tailEnd type="none" w="med" len="med"/>
                    </a:lnT>
                    <a:lnB w="9525" cap="flat" cmpd="sng" algn="ctr">
                      <a:solidFill>
                        <a:srgbClr val="CDD6D2"/>
                      </a:solidFill>
                      <a:prstDash val="solid"/>
                      <a:round/>
                      <a:headEnd type="none" w="med" len="med"/>
                      <a:tailEnd type="none" w="med" len="med"/>
                    </a:lnB>
                    <a:solidFill>
                      <a:srgbClr val="E3F1ED"/>
                    </a:solidFill>
                  </a:tcPr>
                </a:tc>
                <a:tc>
                  <a:txBody>
                    <a:bodyPr/>
                    <a:lstStyle/>
                    <a:p>
                      <a:pPr indent="0" marL="0">
                        <a:buNone/>
                      </a:pPr>
                      <a:r>
                        <a:rPr lang="en-US" sz="1200" dirty="0">
                          <a:solidFill>
                            <a:schemeClr val="tx1"/>
                          </a:solidFill>
                          <a:latin typeface="Malgun Gothic" pitchFamily="34" charset="0"/>
                          <a:ea typeface="Malgun Gothic" pitchFamily="34" charset="-122"/>
                          <a:cs typeface="Malgun Gothic" pitchFamily="34" charset="-120"/>
                        </a:rPr>
                        <a:t>공격이 찾은 회귀가 그냥 통과 → 누출 2건이 0건으로</a:t>
                      </a:r>
                      <a:endParaRPr lang="en-US" sz="1200" dirty="0">
                        <a:latin typeface="Malgun Gothic" charset="0"/>
                        <a:ea typeface="Malgun Gothic" charset="0"/>
                        <a:cs typeface="Malgun Gothic" charset="0"/>
                      </a:endParaRPr>
                    </a:p>
                  </a:txBody>
                  <a:tcPr marL="88900" marR="88900" marT="38100" marB="38100" anchor="ctr">
                    <a:lnL w="9525" cap="flat" cmpd="sng" algn="ctr">
                      <a:solidFill>
                        <a:srgbClr val="CDD6D2"/>
                      </a:solidFill>
                      <a:prstDash val="solid"/>
                      <a:round/>
                      <a:headEnd type="none" w="med" len="med"/>
                      <a:tailEnd type="none" w="med" len="med"/>
                    </a:lnL>
                    <a:lnR w="9525" cap="flat" cmpd="sng" algn="ctr">
                      <a:solidFill>
                        <a:srgbClr val="CDD6D2"/>
                      </a:solidFill>
                      <a:prstDash val="solid"/>
                      <a:round/>
                      <a:headEnd type="none" w="med" len="med"/>
                      <a:tailEnd type="none" w="med" len="med"/>
                    </a:lnR>
                    <a:lnT w="9525" cap="flat" cmpd="sng" algn="ctr">
                      <a:solidFill>
                        <a:srgbClr val="CDD6D2"/>
                      </a:solidFill>
                      <a:prstDash val="solid"/>
                      <a:round/>
                      <a:headEnd type="none" w="med" len="med"/>
                      <a:tailEnd type="none" w="med" len="med"/>
                    </a:lnT>
                    <a:lnB w="9525" cap="flat" cmpd="sng" algn="ctr">
                      <a:solidFill>
                        <a:srgbClr val="CDD6D2"/>
                      </a:solidFill>
                      <a:prstDash val="solid"/>
                      <a:round/>
                      <a:headEnd type="none" w="med" len="med"/>
                      <a:tailEnd type="none" w="med" len="med"/>
                    </a:lnB>
                  </a:tcPr>
                </a:tc>
              </a:tr>
              <a:tr h="512064">
                <a:tc>
                  <a:txBody>
                    <a:bodyPr/>
                    <a:lstStyle/>
                    <a:p>
                      <a:pPr indent="0" marL="0">
                        <a:buNone/>
                      </a:pPr>
                      <a:r>
                        <a:rPr lang="en-US" sz="1200" b="1" dirty="0">
                          <a:solidFill>
                            <a:schemeClr val="tx1"/>
                          </a:solidFill>
                          <a:latin typeface="Malgun Gothic" pitchFamily="34" charset="0"/>
                          <a:ea typeface="Malgun Gothic" pitchFamily="34" charset="-122"/>
                          <a:cs typeface="Malgun Gothic" pitchFamily="34" charset="-120"/>
                        </a:rPr>
                        <a:t>접수 검사</a:t>
                      </a:r>
                      <a:endParaRPr lang="en-US" sz="1200" dirty="0">
                        <a:latin typeface="Malgun Gothic" charset="0"/>
                        <a:ea typeface="Malgun Gothic" charset="0"/>
                        <a:cs typeface="Malgun Gothic" charset="0"/>
                      </a:endParaRPr>
                    </a:p>
                  </a:txBody>
                  <a:tcPr marL="88900" marR="88900" marT="38100" marB="38100" anchor="ctr">
                    <a:lnL w="9525" cap="flat" cmpd="sng" algn="ctr">
                      <a:solidFill>
                        <a:srgbClr val="CDD6D2"/>
                      </a:solidFill>
                      <a:prstDash val="solid"/>
                      <a:round/>
                      <a:headEnd type="none" w="med" len="med"/>
                      <a:tailEnd type="none" w="med" len="med"/>
                    </a:lnL>
                    <a:lnR w="9525" cap="flat" cmpd="sng" algn="ctr">
                      <a:solidFill>
                        <a:srgbClr val="CDD6D2"/>
                      </a:solidFill>
                      <a:prstDash val="solid"/>
                      <a:round/>
                      <a:headEnd type="none" w="med" len="med"/>
                      <a:tailEnd type="none" w="med" len="med"/>
                    </a:lnR>
                    <a:lnT w="9525" cap="flat" cmpd="sng" algn="ctr">
                      <a:solidFill>
                        <a:srgbClr val="CDD6D2"/>
                      </a:solidFill>
                      <a:prstDash val="solid"/>
                      <a:round/>
                      <a:headEnd type="none" w="med" len="med"/>
                      <a:tailEnd type="none" w="med" len="med"/>
                    </a:lnT>
                    <a:lnB w="9525" cap="flat" cmpd="sng" algn="ctr">
                      <a:solidFill>
                        <a:srgbClr val="CDD6D2"/>
                      </a:solidFill>
                      <a:prstDash val="solid"/>
                      <a:round/>
                      <a:headEnd type="none" w="med" len="med"/>
                      <a:tailEnd type="none" w="med" len="med"/>
                    </a:lnB>
                  </a:tcPr>
                </a:tc>
                <a:tc>
                  <a:txBody>
                    <a:bodyPr/>
                    <a:lstStyle/>
                    <a:p>
                      <a:pPr indent="0" marL="0">
                        <a:buNone/>
                      </a:pPr>
                      <a:r>
                        <a:rPr lang="en-US" sz="1200" dirty="0">
                          <a:solidFill>
                            <a:schemeClr val="accent6"/>
                          </a:solidFill>
                          <a:latin typeface="Malgun Gothic" pitchFamily="34" charset="0"/>
                          <a:ea typeface="Malgun Gothic" pitchFamily="34" charset="-122"/>
                          <a:cs typeface="Malgun Gothic" pitchFamily="34" charset="-120"/>
                        </a:rPr>
                        <a:t>없음</a:t>
                      </a:r>
                      <a:endParaRPr lang="en-US" sz="1200" dirty="0">
                        <a:latin typeface="Malgun Gothic" charset="0"/>
                        <a:ea typeface="Malgun Gothic" charset="0"/>
                        <a:cs typeface="Malgun Gothic" charset="0"/>
                      </a:endParaRPr>
                    </a:p>
                  </a:txBody>
                  <a:tcPr marL="88900" marR="88900" marT="38100" marB="38100" anchor="ctr">
                    <a:lnL w="9525" cap="flat" cmpd="sng" algn="ctr">
                      <a:solidFill>
                        <a:srgbClr val="CDD6D2"/>
                      </a:solidFill>
                      <a:prstDash val="solid"/>
                      <a:round/>
                      <a:headEnd type="none" w="med" len="med"/>
                      <a:tailEnd type="none" w="med" len="med"/>
                    </a:lnL>
                    <a:lnR w="9525" cap="flat" cmpd="sng" algn="ctr">
                      <a:solidFill>
                        <a:srgbClr val="CDD6D2"/>
                      </a:solidFill>
                      <a:prstDash val="solid"/>
                      <a:round/>
                      <a:headEnd type="none" w="med" len="med"/>
                      <a:tailEnd type="none" w="med" len="med"/>
                    </a:lnR>
                    <a:lnT w="9525" cap="flat" cmpd="sng" algn="ctr">
                      <a:solidFill>
                        <a:srgbClr val="CDD6D2"/>
                      </a:solidFill>
                      <a:prstDash val="solid"/>
                      <a:round/>
                      <a:headEnd type="none" w="med" len="med"/>
                      <a:tailEnd type="none" w="med" len="med"/>
                    </a:lnT>
                    <a:lnB w="9525" cap="flat" cmpd="sng" algn="ctr">
                      <a:solidFill>
                        <a:srgbClr val="CDD6D2"/>
                      </a:solidFill>
                      <a:prstDash val="solid"/>
                      <a:round/>
                      <a:headEnd type="none" w="med" len="med"/>
                      <a:tailEnd type="none" w="med" len="med"/>
                    </a:lnB>
                  </a:tcPr>
                </a:tc>
                <a:tc>
                  <a:txBody>
                    <a:bodyPr/>
                    <a:lstStyle/>
                    <a:p>
                      <a:pPr indent="0" marL="0">
                        <a:buNone/>
                      </a:pPr>
                      <a:r>
                        <a:rPr lang="en-US" sz="1200" b="1" dirty="0">
                          <a:solidFill>
                            <a:schemeClr val="accent1"/>
                          </a:solidFill>
                          <a:latin typeface="Malgun Gothic" pitchFamily="34" charset="0"/>
                          <a:ea typeface="Malgun Gothic" pitchFamily="34" charset="-122"/>
                          <a:cs typeface="Malgun Gothic" pitchFamily="34" charset="-120"/>
                        </a:rPr>
                        <a:t>수정 요청인지 먼저 확인, 아니면 보완 요청</a:t>
                      </a:r>
                      <a:endParaRPr lang="en-US" sz="1200" dirty="0">
                        <a:latin typeface="Malgun Gothic" charset="0"/>
                        <a:ea typeface="Malgun Gothic" charset="0"/>
                        <a:cs typeface="Malgun Gothic" charset="0"/>
                      </a:endParaRPr>
                    </a:p>
                  </a:txBody>
                  <a:tcPr marL="88900" marR="88900" marT="38100" marB="38100" anchor="ctr">
                    <a:lnL w="9525" cap="flat" cmpd="sng" algn="ctr">
                      <a:solidFill>
                        <a:srgbClr val="CDD6D2"/>
                      </a:solidFill>
                      <a:prstDash val="solid"/>
                      <a:round/>
                      <a:headEnd type="none" w="med" len="med"/>
                      <a:tailEnd type="none" w="med" len="med"/>
                    </a:lnL>
                    <a:lnR w="9525" cap="flat" cmpd="sng" algn="ctr">
                      <a:solidFill>
                        <a:srgbClr val="CDD6D2"/>
                      </a:solidFill>
                      <a:prstDash val="solid"/>
                      <a:round/>
                      <a:headEnd type="none" w="med" len="med"/>
                      <a:tailEnd type="none" w="med" len="med"/>
                    </a:lnR>
                    <a:lnT w="9525" cap="flat" cmpd="sng" algn="ctr">
                      <a:solidFill>
                        <a:srgbClr val="CDD6D2"/>
                      </a:solidFill>
                      <a:prstDash val="solid"/>
                      <a:round/>
                      <a:headEnd type="none" w="med" len="med"/>
                      <a:tailEnd type="none" w="med" len="med"/>
                    </a:lnT>
                    <a:lnB w="9525" cap="flat" cmpd="sng" algn="ctr">
                      <a:solidFill>
                        <a:srgbClr val="CDD6D2"/>
                      </a:solidFill>
                      <a:prstDash val="solid"/>
                      <a:round/>
                      <a:headEnd type="none" w="med" len="med"/>
                      <a:tailEnd type="none" w="med" len="med"/>
                    </a:lnB>
                    <a:solidFill>
                      <a:srgbClr val="E3F1ED"/>
                    </a:solidFill>
                  </a:tcPr>
                </a:tc>
                <a:tc>
                  <a:txBody>
                    <a:bodyPr/>
                    <a:lstStyle/>
                    <a:p>
                      <a:pPr indent="0" marL="0">
                        <a:buNone/>
                      </a:pPr>
                      <a:r>
                        <a:rPr lang="en-US" sz="1200" dirty="0">
                          <a:solidFill>
                            <a:schemeClr val="tx1"/>
                          </a:solidFill>
                          <a:latin typeface="Malgun Gothic" pitchFamily="34" charset="0"/>
                          <a:ea typeface="Malgun Gothic" pitchFamily="34" charset="-122"/>
                          <a:cs typeface="Malgun Gothic" pitchFamily="34" charset="-120"/>
                        </a:rPr>
                        <a:t>"test / 집가고싶다" 티켓이 다른 결함을 고쳐 판정을 통과</a:t>
                      </a:r>
                      <a:endParaRPr lang="en-US" sz="1200" dirty="0">
                        <a:latin typeface="Malgun Gothic" charset="0"/>
                        <a:ea typeface="Malgun Gothic" charset="0"/>
                        <a:cs typeface="Malgun Gothic" charset="0"/>
                      </a:endParaRPr>
                    </a:p>
                  </a:txBody>
                  <a:tcPr marL="88900" marR="88900" marT="38100" marB="38100" anchor="ctr">
                    <a:lnL w="9525" cap="flat" cmpd="sng" algn="ctr">
                      <a:solidFill>
                        <a:srgbClr val="CDD6D2"/>
                      </a:solidFill>
                      <a:prstDash val="solid"/>
                      <a:round/>
                      <a:headEnd type="none" w="med" len="med"/>
                      <a:tailEnd type="none" w="med" len="med"/>
                    </a:lnL>
                    <a:lnR w="9525" cap="flat" cmpd="sng" algn="ctr">
                      <a:solidFill>
                        <a:srgbClr val="CDD6D2"/>
                      </a:solidFill>
                      <a:prstDash val="solid"/>
                      <a:round/>
                      <a:headEnd type="none" w="med" len="med"/>
                      <a:tailEnd type="none" w="med" len="med"/>
                    </a:lnR>
                    <a:lnT w="9525" cap="flat" cmpd="sng" algn="ctr">
                      <a:solidFill>
                        <a:srgbClr val="CDD6D2"/>
                      </a:solidFill>
                      <a:prstDash val="solid"/>
                      <a:round/>
                      <a:headEnd type="none" w="med" len="med"/>
                      <a:tailEnd type="none" w="med" len="med"/>
                    </a:lnT>
                    <a:lnB w="9525" cap="flat" cmpd="sng" algn="ctr">
                      <a:solidFill>
                        <a:srgbClr val="CDD6D2"/>
                      </a:solidFill>
                      <a:prstDash val="solid"/>
                      <a:round/>
                      <a:headEnd type="none" w="med" len="med"/>
                      <a:tailEnd type="none" w="med" len="med"/>
                    </a:lnB>
                  </a:tcPr>
                </a:tc>
              </a:tr>
              <a:tr h="512064">
                <a:tc>
                  <a:txBody>
                    <a:bodyPr/>
                    <a:lstStyle/>
                    <a:p>
                      <a:pPr indent="0" marL="0">
                        <a:buNone/>
                      </a:pPr>
                      <a:r>
                        <a:rPr lang="en-US" sz="1200" b="1" dirty="0">
                          <a:solidFill>
                            <a:schemeClr val="tx1"/>
                          </a:solidFill>
                          <a:latin typeface="Malgun Gothic" pitchFamily="34" charset="0"/>
                          <a:ea typeface="Malgun Gothic" pitchFamily="34" charset="-122"/>
                          <a:cs typeface="Malgun Gothic" pitchFamily="34" charset="-120"/>
                        </a:rPr>
                        <a:t>결과 표시</a:t>
                      </a:r>
                      <a:endParaRPr lang="en-US" sz="1200" dirty="0">
                        <a:latin typeface="Malgun Gothic" charset="0"/>
                        <a:ea typeface="Malgun Gothic" charset="0"/>
                        <a:cs typeface="Malgun Gothic" charset="0"/>
                      </a:endParaRPr>
                    </a:p>
                  </a:txBody>
                  <a:tcPr marL="88900" marR="88900" marT="38100" marB="38100" anchor="ctr">
                    <a:lnL w="9525" cap="flat" cmpd="sng" algn="ctr">
                      <a:solidFill>
                        <a:srgbClr val="CDD6D2"/>
                      </a:solidFill>
                      <a:prstDash val="solid"/>
                      <a:round/>
                      <a:headEnd type="none" w="med" len="med"/>
                      <a:tailEnd type="none" w="med" len="med"/>
                    </a:lnL>
                    <a:lnR w="9525" cap="flat" cmpd="sng" algn="ctr">
                      <a:solidFill>
                        <a:srgbClr val="CDD6D2"/>
                      </a:solidFill>
                      <a:prstDash val="solid"/>
                      <a:round/>
                      <a:headEnd type="none" w="med" len="med"/>
                      <a:tailEnd type="none" w="med" len="med"/>
                    </a:lnR>
                    <a:lnT w="9525" cap="flat" cmpd="sng" algn="ctr">
                      <a:solidFill>
                        <a:srgbClr val="CDD6D2"/>
                      </a:solidFill>
                      <a:prstDash val="solid"/>
                      <a:round/>
                      <a:headEnd type="none" w="med" len="med"/>
                      <a:tailEnd type="none" w="med" len="med"/>
                    </a:lnT>
                    <a:lnB w="9525" cap="flat" cmpd="sng" algn="ctr">
                      <a:solidFill>
                        <a:srgbClr val="CDD6D2"/>
                      </a:solidFill>
                      <a:prstDash val="solid"/>
                      <a:round/>
                      <a:headEnd type="none" w="med" len="med"/>
                      <a:tailEnd type="none" w="med" len="med"/>
                    </a:lnB>
                  </a:tcPr>
                </a:tc>
                <a:tc>
                  <a:txBody>
                    <a:bodyPr/>
                    <a:lstStyle/>
                    <a:p>
                      <a:pPr indent="0" marL="0">
                        <a:buNone/>
                      </a:pPr>
                      <a:r>
                        <a:rPr lang="en-US" sz="1200" dirty="0">
                          <a:solidFill>
                            <a:schemeClr val="accent6"/>
                          </a:solidFill>
                          <a:latin typeface="Malgun Gothic" pitchFamily="34" charset="0"/>
                          <a:ea typeface="Malgun Gothic" pitchFamily="34" charset="-122"/>
                          <a:cs typeface="Malgun Gothic" pitchFamily="34" charset="-120"/>
                        </a:rPr>
                        <a:t>KPI 카드</a:t>
                      </a:r>
                      <a:endParaRPr lang="en-US" sz="1200" dirty="0">
                        <a:latin typeface="Malgun Gothic" charset="0"/>
                        <a:ea typeface="Malgun Gothic" charset="0"/>
                        <a:cs typeface="Malgun Gothic" charset="0"/>
                      </a:endParaRPr>
                    </a:p>
                  </a:txBody>
                  <a:tcPr marL="88900" marR="88900" marT="38100" marB="38100" anchor="ctr">
                    <a:lnL w="9525" cap="flat" cmpd="sng" algn="ctr">
                      <a:solidFill>
                        <a:srgbClr val="CDD6D2"/>
                      </a:solidFill>
                      <a:prstDash val="solid"/>
                      <a:round/>
                      <a:headEnd type="none" w="med" len="med"/>
                      <a:tailEnd type="none" w="med" len="med"/>
                    </a:lnL>
                    <a:lnR w="9525" cap="flat" cmpd="sng" algn="ctr">
                      <a:solidFill>
                        <a:srgbClr val="CDD6D2"/>
                      </a:solidFill>
                      <a:prstDash val="solid"/>
                      <a:round/>
                      <a:headEnd type="none" w="med" len="med"/>
                      <a:tailEnd type="none" w="med" len="med"/>
                    </a:lnR>
                    <a:lnT w="9525" cap="flat" cmpd="sng" algn="ctr">
                      <a:solidFill>
                        <a:srgbClr val="CDD6D2"/>
                      </a:solidFill>
                      <a:prstDash val="solid"/>
                      <a:round/>
                      <a:headEnd type="none" w="med" len="med"/>
                      <a:tailEnd type="none" w="med" len="med"/>
                    </a:lnT>
                    <a:lnB w="9525" cap="flat" cmpd="sng" algn="ctr">
                      <a:solidFill>
                        <a:srgbClr val="CDD6D2"/>
                      </a:solidFill>
                      <a:prstDash val="solid"/>
                      <a:round/>
                      <a:headEnd type="none" w="med" len="med"/>
                      <a:tailEnd type="none" w="med" len="med"/>
                    </a:lnB>
                  </a:tcPr>
                </a:tc>
                <a:tc>
                  <a:txBody>
                    <a:bodyPr/>
                    <a:lstStyle/>
                    <a:p>
                      <a:pPr indent="0" marL="0">
                        <a:buNone/>
                      </a:pPr>
                      <a:r>
                        <a:rPr lang="en-US" sz="1200" b="1" dirty="0">
                          <a:solidFill>
                            <a:schemeClr val="accent1"/>
                          </a:solidFill>
                          <a:latin typeface="Malgun Gothic" pitchFamily="34" charset="0"/>
                          <a:ea typeface="Malgun Gothic" pitchFamily="34" charset="-122"/>
                          <a:cs typeface="Malgun Gothic" pitchFamily="34" charset="-120"/>
                        </a:rPr>
                        <a:t>한 줄 요약 + 조건별 설명, 미평가 조건 표시</a:t>
                      </a:r>
                      <a:endParaRPr lang="en-US" sz="1200" dirty="0">
                        <a:latin typeface="Malgun Gothic" charset="0"/>
                        <a:ea typeface="Malgun Gothic" charset="0"/>
                        <a:cs typeface="Malgun Gothic" charset="0"/>
                      </a:endParaRPr>
                    </a:p>
                  </a:txBody>
                  <a:tcPr marL="88900" marR="88900" marT="38100" marB="38100" anchor="ctr">
                    <a:lnL w="9525" cap="flat" cmpd="sng" algn="ctr">
                      <a:solidFill>
                        <a:srgbClr val="CDD6D2"/>
                      </a:solidFill>
                      <a:prstDash val="solid"/>
                      <a:round/>
                      <a:headEnd type="none" w="med" len="med"/>
                      <a:tailEnd type="none" w="med" len="med"/>
                    </a:lnL>
                    <a:lnR w="9525" cap="flat" cmpd="sng" algn="ctr">
                      <a:solidFill>
                        <a:srgbClr val="CDD6D2"/>
                      </a:solidFill>
                      <a:prstDash val="solid"/>
                      <a:round/>
                      <a:headEnd type="none" w="med" len="med"/>
                      <a:tailEnd type="none" w="med" len="med"/>
                    </a:lnR>
                    <a:lnT w="9525" cap="flat" cmpd="sng" algn="ctr">
                      <a:solidFill>
                        <a:srgbClr val="CDD6D2"/>
                      </a:solidFill>
                      <a:prstDash val="solid"/>
                      <a:round/>
                      <a:headEnd type="none" w="med" len="med"/>
                      <a:tailEnd type="none" w="med" len="med"/>
                    </a:lnT>
                    <a:lnB w="9525" cap="flat" cmpd="sng" algn="ctr">
                      <a:solidFill>
                        <a:srgbClr val="CDD6D2"/>
                      </a:solidFill>
                      <a:prstDash val="solid"/>
                      <a:round/>
                      <a:headEnd type="none" w="med" len="med"/>
                      <a:tailEnd type="none" w="med" len="med"/>
                    </a:lnB>
                    <a:solidFill>
                      <a:srgbClr val="E3F1ED"/>
                    </a:solidFill>
                  </a:tcPr>
                </a:tc>
                <a:tc>
                  <a:txBody>
                    <a:bodyPr/>
                    <a:lstStyle/>
                    <a:p>
                      <a:pPr indent="0" marL="0">
                        <a:buNone/>
                      </a:pPr>
                      <a:r>
                        <a:rPr lang="en-US" sz="1200" dirty="0">
                          <a:solidFill>
                            <a:schemeClr val="tx1"/>
                          </a:solidFill>
                          <a:latin typeface="Malgun Gothic" pitchFamily="34" charset="0"/>
                          <a:ea typeface="Malgun Gothic" pitchFamily="34" charset="-122"/>
                          <a:cs typeface="Malgun Gothic" pitchFamily="34" charset="-120"/>
                        </a:rPr>
                        <a:t>카드 숫자(6/6 등)가 무엇을 뜻하는지 몰라 판단에 쓰이지 않음</a:t>
                      </a:r>
                      <a:endParaRPr lang="en-US" sz="1200" dirty="0">
                        <a:latin typeface="Malgun Gothic" charset="0"/>
                        <a:ea typeface="Malgun Gothic" charset="0"/>
                        <a:cs typeface="Malgun Gothic" charset="0"/>
                      </a:endParaRPr>
                    </a:p>
                  </a:txBody>
                  <a:tcPr marL="88900" marR="88900" marT="38100" marB="38100" anchor="ctr">
                    <a:lnL w="9525" cap="flat" cmpd="sng" algn="ctr">
                      <a:solidFill>
                        <a:srgbClr val="CDD6D2"/>
                      </a:solidFill>
                      <a:prstDash val="solid"/>
                      <a:round/>
                      <a:headEnd type="none" w="med" len="med"/>
                      <a:tailEnd type="none" w="med" len="med"/>
                    </a:lnL>
                    <a:lnR w="9525" cap="flat" cmpd="sng" algn="ctr">
                      <a:solidFill>
                        <a:srgbClr val="CDD6D2"/>
                      </a:solidFill>
                      <a:prstDash val="solid"/>
                      <a:round/>
                      <a:headEnd type="none" w="med" len="med"/>
                      <a:tailEnd type="none" w="med" len="med"/>
                    </a:lnR>
                    <a:lnT w="9525" cap="flat" cmpd="sng" algn="ctr">
                      <a:solidFill>
                        <a:srgbClr val="CDD6D2"/>
                      </a:solidFill>
                      <a:prstDash val="solid"/>
                      <a:round/>
                      <a:headEnd type="none" w="med" len="med"/>
                      <a:tailEnd type="none" w="med" len="med"/>
                    </a:lnT>
                    <a:lnB w="9525" cap="flat" cmpd="sng" algn="ctr">
                      <a:solidFill>
                        <a:srgbClr val="CDD6D2"/>
                      </a:solidFill>
                      <a:prstDash val="solid"/>
                      <a:round/>
                      <a:headEnd type="none" w="med" len="med"/>
                      <a:tailEnd type="none" w="med" len="med"/>
                    </a:lnB>
                  </a:tcPr>
                </a:tc>
              </a:tr>
              <a:tr h="512064">
                <a:tc>
                  <a:txBody>
                    <a:bodyPr/>
                    <a:lstStyle/>
                    <a:p>
                      <a:pPr indent="0" marL="0">
                        <a:buNone/>
                      </a:pPr>
                      <a:r>
                        <a:rPr lang="en-US" sz="1200" b="1" dirty="0">
                          <a:solidFill>
                            <a:schemeClr val="tx1"/>
                          </a:solidFill>
                          <a:latin typeface="Malgun Gothic" pitchFamily="34" charset="0"/>
                          <a:ea typeface="Malgun Gothic" pitchFamily="34" charset="-122"/>
                          <a:cs typeface="Malgun Gothic" pitchFamily="34" charset="-120"/>
                        </a:rPr>
                        <a:t>화면 구성</a:t>
                      </a:r>
                      <a:endParaRPr lang="en-US" sz="1200" dirty="0">
                        <a:latin typeface="Malgun Gothic" charset="0"/>
                        <a:ea typeface="Malgun Gothic" charset="0"/>
                        <a:cs typeface="Malgun Gothic" charset="0"/>
                      </a:endParaRPr>
                    </a:p>
                  </a:txBody>
                  <a:tcPr marL="88900" marR="88900" marT="38100" marB="38100" anchor="ctr">
                    <a:lnL w="9525" cap="flat" cmpd="sng" algn="ctr">
                      <a:solidFill>
                        <a:srgbClr val="CDD6D2"/>
                      </a:solidFill>
                      <a:prstDash val="solid"/>
                      <a:round/>
                      <a:headEnd type="none" w="med" len="med"/>
                      <a:tailEnd type="none" w="med" len="med"/>
                    </a:lnL>
                    <a:lnR w="9525" cap="flat" cmpd="sng" algn="ctr">
                      <a:solidFill>
                        <a:srgbClr val="CDD6D2"/>
                      </a:solidFill>
                      <a:prstDash val="solid"/>
                      <a:round/>
                      <a:headEnd type="none" w="med" len="med"/>
                      <a:tailEnd type="none" w="med" len="med"/>
                    </a:lnR>
                    <a:lnT w="9525" cap="flat" cmpd="sng" algn="ctr">
                      <a:solidFill>
                        <a:srgbClr val="CDD6D2"/>
                      </a:solidFill>
                      <a:prstDash val="solid"/>
                      <a:round/>
                      <a:headEnd type="none" w="med" len="med"/>
                      <a:tailEnd type="none" w="med" len="med"/>
                    </a:lnT>
                    <a:lnB w="9525" cap="flat" cmpd="sng" algn="ctr">
                      <a:solidFill>
                        <a:srgbClr val="CDD6D2"/>
                      </a:solidFill>
                      <a:prstDash val="solid"/>
                      <a:round/>
                      <a:headEnd type="none" w="med" len="med"/>
                      <a:tailEnd type="none" w="med" len="med"/>
                    </a:lnB>
                  </a:tcPr>
                </a:tc>
                <a:tc>
                  <a:txBody>
                    <a:bodyPr/>
                    <a:lstStyle/>
                    <a:p>
                      <a:pPr indent="0" marL="0">
                        <a:buNone/>
                      </a:pPr>
                      <a:r>
                        <a:rPr lang="en-US" sz="1200" dirty="0">
                          <a:solidFill>
                            <a:schemeClr val="accent6"/>
                          </a:solidFill>
                          <a:latin typeface="Malgun Gothic" pitchFamily="34" charset="0"/>
                          <a:ea typeface="Malgun Gothic" pitchFamily="34" charset="-122"/>
                          <a:cs typeface="Malgun Gothic" pitchFamily="34" charset="-120"/>
                        </a:rPr>
                        <a:t>한 화면에 모두</a:t>
                      </a:r>
                      <a:endParaRPr lang="en-US" sz="1200" dirty="0">
                        <a:latin typeface="Malgun Gothic" charset="0"/>
                        <a:ea typeface="Malgun Gothic" charset="0"/>
                        <a:cs typeface="Malgun Gothic" charset="0"/>
                      </a:endParaRPr>
                    </a:p>
                  </a:txBody>
                  <a:tcPr marL="88900" marR="88900" marT="38100" marB="38100" anchor="ctr">
                    <a:lnL w="9525" cap="flat" cmpd="sng" algn="ctr">
                      <a:solidFill>
                        <a:srgbClr val="CDD6D2"/>
                      </a:solidFill>
                      <a:prstDash val="solid"/>
                      <a:round/>
                      <a:headEnd type="none" w="med" len="med"/>
                      <a:tailEnd type="none" w="med" len="med"/>
                    </a:lnL>
                    <a:lnR w="9525" cap="flat" cmpd="sng" algn="ctr">
                      <a:solidFill>
                        <a:srgbClr val="CDD6D2"/>
                      </a:solidFill>
                      <a:prstDash val="solid"/>
                      <a:round/>
                      <a:headEnd type="none" w="med" len="med"/>
                      <a:tailEnd type="none" w="med" len="med"/>
                    </a:lnR>
                    <a:lnT w="9525" cap="flat" cmpd="sng" algn="ctr">
                      <a:solidFill>
                        <a:srgbClr val="CDD6D2"/>
                      </a:solidFill>
                      <a:prstDash val="solid"/>
                      <a:round/>
                      <a:headEnd type="none" w="med" len="med"/>
                      <a:tailEnd type="none" w="med" len="med"/>
                    </a:lnT>
                    <a:lnB w="9525" cap="flat" cmpd="sng" algn="ctr">
                      <a:solidFill>
                        <a:srgbClr val="CDD6D2"/>
                      </a:solidFill>
                      <a:prstDash val="solid"/>
                      <a:round/>
                      <a:headEnd type="none" w="med" len="med"/>
                      <a:tailEnd type="none" w="med" len="med"/>
                    </a:lnB>
                  </a:tcPr>
                </a:tc>
                <a:tc>
                  <a:txBody>
                    <a:bodyPr/>
                    <a:lstStyle/>
                    <a:p>
                      <a:pPr indent="0" marL="0">
                        <a:buNone/>
                      </a:pPr>
                      <a:r>
                        <a:rPr lang="en-US" sz="1200" b="1" dirty="0">
                          <a:solidFill>
                            <a:schemeClr val="accent1"/>
                          </a:solidFill>
                          <a:latin typeface="Malgun Gothic" pitchFamily="34" charset="0"/>
                          <a:ea typeface="Malgun Gothic" pitchFamily="34" charset="-122"/>
                          <a:cs typeface="Malgun Gothic" pitchFamily="34" charset="-120"/>
                        </a:rPr>
                        <a:t>질문별 탭, 요약 탭에서 바로 승인</a:t>
                      </a:r>
                      <a:endParaRPr lang="en-US" sz="1200" dirty="0">
                        <a:latin typeface="Malgun Gothic" charset="0"/>
                        <a:ea typeface="Malgun Gothic" charset="0"/>
                        <a:cs typeface="Malgun Gothic" charset="0"/>
                      </a:endParaRPr>
                    </a:p>
                  </a:txBody>
                  <a:tcPr marL="88900" marR="88900" marT="38100" marB="38100" anchor="ctr">
                    <a:lnL w="9525" cap="flat" cmpd="sng" algn="ctr">
                      <a:solidFill>
                        <a:srgbClr val="CDD6D2"/>
                      </a:solidFill>
                      <a:prstDash val="solid"/>
                      <a:round/>
                      <a:headEnd type="none" w="med" len="med"/>
                      <a:tailEnd type="none" w="med" len="med"/>
                    </a:lnL>
                    <a:lnR w="9525" cap="flat" cmpd="sng" algn="ctr">
                      <a:solidFill>
                        <a:srgbClr val="CDD6D2"/>
                      </a:solidFill>
                      <a:prstDash val="solid"/>
                      <a:round/>
                      <a:headEnd type="none" w="med" len="med"/>
                      <a:tailEnd type="none" w="med" len="med"/>
                    </a:lnR>
                    <a:lnT w="9525" cap="flat" cmpd="sng" algn="ctr">
                      <a:solidFill>
                        <a:srgbClr val="CDD6D2"/>
                      </a:solidFill>
                      <a:prstDash val="solid"/>
                      <a:round/>
                      <a:headEnd type="none" w="med" len="med"/>
                      <a:tailEnd type="none" w="med" len="med"/>
                    </a:lnT>
                    <a:lnB w="9525" cap="flat" cmpd="sng" algn="ctr">
                      <a:solidFill>
                        <a:srgbClr val="CDD6D2"/>
                      </a:solidFill>
                      <a:prstDash val="solid"/>
                      <a:round/>
                      <a:headEnd type="none" w="med" len="med"/>
                      <a:tailEnd type="none" w="med" len="med"/>
                    </a:lnB>
                    <a:solidFill>
                      <a:srgbClr val="E3F1ED"/>
                    </a:solidFill>
                  </a:tcPr>
                </a:tc>
                <a:tc>
                  <a:txBody>
                    <a:bodyPr/>
                    <a:lstStyle/>
                    <a:p>
                      <a:pPr indent="0" marL="0">
                        <a:buNone/>
                      </a:pPr>
                      <a:r>
                        <a:rPr lang="en-US" sz="1200" dirty="0">
                          <a:solidFill>
                            <a:schemeClr val="tx1"/>
                          </a:solidFill>
                          <a:latin typeface="Malgun Gothic" pitchFamily="34" charset="0"/>
                          <a:ea typeface="Malgun Gothic" pitchFamily="34" charset="-122"/>
                          <a:cs typeface="Malgun Gothic" pitchFamily="34" charset="-120"/>
                        </a:rPr>
                        <a:t>승인 버튼까지 끝까지 스크롤해야 했음</a:t>
                      </a:r>
                      <a:endParaRPr lang="en-US" sz="1200" dirty="0">
                        <a:latin typeface="Malgun Gothic" charset="0"/>
                        <a:ea typeface="Malgun Gothic" charset="0"/>
                        <a:cs typeface="Malgun Gothic" charset="0"/>
                      </a:endParaRPr>
                    </a:p>
                  </a:txBody>
                  <a:tcPr marL="88900" marR="88900" marT="38100" marB="38100" anchor="ctr">
                    <a:lnL w="9525" cap="flat" cmpd="sng" algn="ctr">
                      <a:solidFill>
                        <a:srgbClr val="CDD6D2"/>
                      </a:solidFill>
                      <a:prstDash val="solid"/>
                      <a:round/>
                      <a:headEnd type="none" w="med" len="med"/>
                      <a:tailEnd type="none" w="med" len="med"/>
                    </a:lnL>
                    <a:lnR w="9525" cap="flat" cmpd="sng" algn="ctr">
                      <a:solidFill>
                        <a:srgbClr val="CDD6D2"/>
                      </a:solidFill>
                      <a:prstDash val="solid"/>
                      <a:round/>
                      <a:headEnd type="none" w="med" len="med"/>
                      <a:tailEnd type="none" w="med" len="med"/>
                    </a:lnR>
                    <a:lnT w="9525" cap="flat" cmpd="sng" algn="ctr">
                      <a:solidFill>
                        <a:srgbClr val="CDD6D2"/>
                      </a:solidFill>
                      <a:prstDash val="solid"/>
                      <a:round/>
                      <a:headEnd type="none" w="med" len="med"/>
                      <a:tailEnd type="none" w="med" len="med"/>
                    </a:lnT>
                    <a:lnB w="9525" cap="flat" cmpd="sng" algn="ctr">
                      <a:solidFill>
                        <a:srgbClr val="CDD6D2"/>
                      </a:solidFill>
                      <a:prstDash val="solid"/>
                      <a:round/>
                      <a:headEnd type="none" w="med" len="med"/>
                      <a:tailEnd type="none" w="med" len="med"/>
                    </a:lnB>
                  </a:tcPr>
                </a:tc>
              </a:tr>
              <a:tr h="512064">
                <a:tc>
                  <a:txBody>
                    <a:bodyPr/>
                    <a:lstStyle/>
                    <a:p>
                      <a:pPr indent="0" marL="0">
                        <a:buNone/>
                      </a:pPr>
                      <a:r>
                        <a:rPr lang="en-US" sz="1200" b="1" dirty="0">
                          <a:solidFill>
                            <a:schemeClr val="tx1"/>
                          </a:solidFill>
                          <a:latin typeface="Malgun Gothic" pitchFamily="34" charset="0"/>
                          <a:ea typeface="Malgun Gothic" pitchFamily="34" charset="-122"/>
                          <a:cs typeface="Malgun Gothic" pitchFamily="34" charset="-120"/>
                        </a:rPr>
                        <a:t>실행 방식</a:t>
                      </a:r>
                      <a:endParaRPr lang="en-US" sz="1200" dirty="0">
                        <a:latin typeface="Malgun Gothic" charset="0"/>
                        <a:ea typeface="Malgun Gothic" charset="0"/>
                        <a:cs typeface="Malgun Gothic" charset="0"/>
                      </a:endParaRPr>
                    </a:p>
                  </a:txBody>
                  <a:tcPr marL="88900" marR="88900" marT="38100" marB="38100" anchor="ctr">
                    <a:lnL w="9525" cap="flat" cmpd="sng" algn="ctr">
                      <a:solidFill>
                        <a:srgbClr val="CDD6D2"/>
                      </a:solidFill>
                      <a:prstDash val="solid"/>
                      <a:round/>
                      <a:headEnd type="none" w="med" len="med"/>
                      <a:tailEnd type="none" w="med" len="med"/>
                    </a:lnL>
                    <a:lnR w="9525" cap="flat" cmpd="sng" algn="ctr">
                      <a:solidFill>
                        <a:srgbClr val="CDD6D2"/>
                      </a:solidFill>
                      <a:prstDash val="solid"/>
                      <a:round/>
                      <a:headEnd type="none" w="med" len="med"/>
                      <a:tailEnd type="none" w="med" len="med"/>
                    </a:lnR>
                    <a:lnT w="9525" cap="flat" cmpd="sng" algn="ctr">
                      <a:solidFill>
                        <a:srgbClr val="CDD6D2"/>
                      </a:solidFill>
                      <a:prstDash val="solid"/>
                      <a:round/>
                      <a:headEnd type="none" w="med" len="med"/>
                      <a:tailEnd type="none" w="med" len="med"/>
                    </a:lnT>
                    <a:lnB w="9525" cap="flat" cmpd="sng" algn="ctr">
                      <a:solidFill>
                        <a:srgbClr val="CDD6D2"/>
                      </a:solidFill>
                      <a:prstDash val="solid"/>
                      <a:round/>
                      <a:headEnd type="none" w="med" len="med"/>
                      <a:tailEnd type="none" w="med" len="med"/>
                    </a:lnB>
                  </a:tcPr>
                </a:tc>
                <a:tc>
                  <a:txBody>
                    <a:bodyPr/>
                    <a:lstStyle/>
                    <a:p>
                      <a:pPr indent="0" marL="0">
                        <a:buNone/>
                      </a:pPr>
                      <a:r>
                        <a:rPr lang="en-US" sz="1200" dirty="0">
                          <a:solidFill>
                            <a:schemeClr val="accent6"/>
                          </a:solidFill>
                          <a:latin typeface="Malgun Gothic" pitchFamily="34" charset="0"/>
                          <a:ea typeface="Malgun Gothic" pitchFamily="34" charset="-122"/>
                          <a:cs typeface="Malgun Gothic" pitchFamily="34" charset="-120"/>
                        </a:rPr>
                        <a:t>화면에서 바로 실행</a:t>
                      </a:r>
                      <a:endParaRPr lang="en-US" sz="1200" dirty="0">
                        <a:latin typeface="Malgun Gothic" charset="0"/>
                        <a:ea typeface="Malgun Gothic" charset="0"/>
                        <a:cs typeface="Malgun Gothic" charset="0"/>
                      </a:endParaRPr>
                    </a:p>
                  </a:txBody>
                  <a:tcPr marL="88900" marR="88900" marT="38100" marB="38100" anchor="ctr">
                    <a:lnL w="9525" cap="flat" cmpd="sng" algn="ctr">
                      <a:solidFill>
                        <a:srgbClr val="CDD6D2"/>
                      </a:solidFill>
                      <a:prstDash val="solid"/>
                      <a:round/>
                      <a:headEnd type="none" w="med" len="med"/>
                      <a:tailEnd type="none" w="med" len="med"/>
                    </a:lnL>
                    <a:lnR w="9525" cap="flat" cmpd="sng" algn="ctr">
                      <a:solidFill>
                        <a:srgbClr val="CDD6D2"/>
                      </a:solidFill>
                      <a:prstDash val="solid"/>
                      <a:round/>
                      <a:headEnd type="none" w="med" len="med"/>
                      <a:tailEnd type="none" w="med" len="med"/>
                    </a:lnR>
                    <a:lnT w="9525" cap="flat" cmpd="sng" algn="ctr">
                      <a:solidFill>
                        <a:srgbClr val="CDD6D2"/>
                      </a:solidFill>
                      <a:prstDash val="solid"/>
                      <a:round/>
                      <a:headEnd type="none" w="med" len="med"/>
                      <a:tailEnd type="none" w="med" len="med"/>
                    </a:lnT>
                    <a:lnB w="9525" cap="flat" cmpd="sng" algn="ctr">
                      <a:solidFill>
                        <a:srgbClr val="CDD6D2"/>
                      </a:solidFill>
                      <a:prstDash val="solid"/>
                      <a:round/>
                      <a:headEnd type="none" w="med" len="med"/>
                      <a:tailEnd type="none" w="med" len="med"/>
                    </a:lnB>
                  </a:tcPr>
                </a:tc>
                <a:tc>
                  <a:txBody>
                    <a:bodyPr/>
                    <a:lstStyle/>
                    <a:p>
                      <a:pPr indent="0" marL="0">
                        <a:buNone/>
                      </a:pPr>
                      <a:r>
                        <a:rPr lang="en-US" sz="1200" b="1" dirty="0">
                          <a:solidFill>
                            <a:schemeClr val="accent1"/>
                          </a:solidFill>
                          <a:latin typeface="Malgun Gothic" pitchFamily="34" charset="0"/>
                          <a:ea typeface="Malgun Gothic" pitchFamily="34" charset="-122"/>
                          <a:cs typeface="Malgun Gothic" pitchFamily="34" charset="-120"/>
                        </a:rPr>
                        <a:t>서버 백그라운드 실행</a:t>
                      </a:r>
                      <a:endParaRPr lang="en-US" sz="1200" dirty="0">
                        <a:latin typeface="Malgun Gothic" charset="0"/>
                        <a:ea typeface="Malgun Gothic" charset="0"/>
                        <a:cs typeface="Malgun Gothic" charset="0"/>
                      </a:endParaRPr>
                    </a:p>
                  </a:txBody>
                  <a:tcPr marL="88900" marR="88900" marT="38100" marB="38100" anchor="ctr">
                    <a:lnL w="9525" cap="flat" cmpd="sng" algn="ctr">
                      <a:solidFill>
                        <a:srgbClr val="CDD6D2"/>
                      </a:solidFill>
                      <a:prstDash val="solid"/>
                      <a:round/>
                      <a:headEnd type="none" w="med" len="med"/>
                      <a:tailEnd type="none" w="med" len="med"/>
                    </a:lnL>
                    <a:lnR w="9525" cap="flat" cmpd="sng" algn="ctr">
                      <a:solidFill>
                        <a:srgbClr val="CDD6D2"/>
                      </a:solidFill>
                      <a:prstDash val="solid"/>
                      <a:round/>
                      <a:headEnd type="none" w="med" len="med"/>
                      <a:tailEnd type="none" w="med" len="med"/>
                    </a:lnR>
                    <a:lnT w="9525" cap="flat" cmpd="sng" algn="ctr">
                      <a:solidFill>
                        <a:srgbClr val="CDD6D2"/>
                      </a:solidFill>
                      <a:prstDash val="solid"/>
                      <a:round/>
                      <a:headEnd type="none" w="med" len="med"/>
                      <a:tailEnd type="none" w="med" len="med"/>
                    </a:lnT>
                    <a:lnB w="9525" cap="flat" cmpd="sng" algn="ctr">
                      <a:solidFill>
                        <a:srgbClr val="CDD6D2"/>
                      </a:solidFill>
                      <a:prstDash val="solid"/>
                      <a:round/>
                      <a:headEnd type="none" w="med" len="med"/>
                      <a:tailEnd type="none" w="med" len="med"/>
                    </a:lnB>
                    <a:solidFill>
                      <a:srgbClr val="E3F1ED"/>
                    </a:solidFill>
                  </a:tcPr>
                </a:tc>
                <a:tc>
                  <a:txBody>
                    <a:bodyPr/>
                    <a:lstStyle/>
                    <a:p>
                      <a:pPr indent="0" marL="0">
                        <a:buNone/>
                      </a:pPr>
                      <a:r>
                        <a:rPr lang="en-US" sz="1200" dirty="0">
                          <a:solidFill>
                            <a:schemeClr val="tx1"/>
                          </a:solidFill>
                          <a:latin typeface="Malgun Gothic" pitchFamily="34" charset="0"/>
                          <a:ea typeface="Malgun Gothic" pitchFamily="34" charset="-122"/>
                          <a:cs typeface="Malgun Gothic" pitchFamily="34" charset="-120"/>
                        </a:rPr>
                        <a:t>화면을 만지거나 새로고침하면 실행이 끊김 (오전 9건 모두)</a:t>
                      </a:r>
                      <a:endParaRPr lang="en-US" sz="1200" dirty="0">
                        <a:latin typeface="Malgun Gothic" charset="0"/>
                        <a:ea typeface="Malgun Gothic" charset="0"/>
                        <a:cs typeface="Malgun Gothic" charset="0"/>
                      </a:endParaRPr>
                    </a:p>
                  </a:txBody>
                  <a:tcPr marL="88900" marR="88900" marT="38100" marB="38100" anchor="ctr">
                    <a:lnL w="9525" cap="flat" cmpd="sng" algn="ctr">
                      <a:solidFill>
                        <a:srgbClr val="CDD6D2"/>
                      </a:solidFill>
                      <a:prstDash val="solid"/>
                      <a:round/>
                      <a:headEnd type="none" w="med" len="med"/>
                      <a:tailEnd type="none" w="med" len="med"/>
                    </a:lnL>
                    <a:lnR w="9525" cap="flat" cmpd="sng" algn="ctr">
                      <a:solidFill>
                        <a:srgbClr val="CDD6D2"/>
                      </a:solidFill>
                      <a:prstDash val="solid"/>
                      <a:round/>
                      <a:headEnd type="none" w="med" len="med"/>
                      <a:tailEnd type="none" w="med" len="med"/>
                    </a:lnR>
                    <a:lnT w="9525" cap="flat" cmpd="sng" algn="ctr">
                      <a:solidFill>
                        <a:srgbClr val="CDD6D2"/>
                      </a:solidFill>
                      <a:prstDash val="solid"/>
                      <a:round/>
                      <a:headEnd type="none" w="med" len="med"/>
                      <a:tailEnd type="none" w="med" len="med"/>
                    </a:lnT>
                    <a:lnB w="9525" cap="flat" cmpd="sng" algn="ctr">
                      <a:solidFill>
                        <a:srgbClr val="CDD6D2"/>
                      </a:solidFill>
                      <a:prstDash val="solid"/>
                      <a:round/>
                      <a:headEnd type="none" w="med" len="med"/>
                      <a:tailEnd type="none" w="med" len="med"/>
                    </a:lnB>
                  </a:tcPr>
                </a:tc>
              </a:tr>
              <a:tr h="512064">
                <a:tc>
                  <a:txBody>
                    <a:bodyPr/>
                    <a:lstStyle/>
                    <a:p>
                      <a:pPr indent="0" marL="0">
                        <a:buNone/>
                      </a:pPr>
                      <a:r>
                        <a:rPr lang="en-US" sz="1200" b="1" dirty="0">
                          <a:solidFill>
                            <a:schemeClr val="tx1"/>
                          </a:solidFill>
                          <a:latin typeface="Malgun Gothic" pitchFamily="34" charset="0"/>
                          <a:ea typeface="Malgun Gothic" pitchFamily="34" charset="-122"/>
                          <a:cs typeface="Malgun Gothic" pitchFamily="34" charset="-120"/>
                        </a:rPr>
                        <a:t>비용</a:t>
                      </a:r>
                      <a:endParaRPr lang="en-US" sz="1200" dirty="0">
                        <a:latin typeface="Malgun Gothic" charset="0"/>
                        <a:ea typeface="Malgun Gothic" charset="0"/>
                        <a:cs typeface="Malgun Gothic" charset="0"/>
                      </a:endParaRPr>
                    </a:p>
                  </a:txBody>
                  <a:tcPr marL="88900" marR="88900" marT="38100" marB="38100" anchor="ctr">
                    <a:lnL w="9525" cap="flat" cmpd="sng" algn="ctr">
                      <a:solidFill>
                        <a:srgbClr val="CDD6D2"/>
                      </a:solidFill>
                      <a:prstDash val="solid"/>
                      <a:round/>
                      <a:headEnd type="none" w="med" len="med"/>
                      <a:tailEnd type="none" w="med" len="med"/>
                    </a:lnL>
                    <a:lnR w="9525" cap="flat" cmpd="sng" algn="ctr">
                      <a:solidFill>
                        <a:srgbClr val="CDD6D2"/>
                      </a:solidFill>
                      <a:prstDash val="solid"/>
                      <a:round/>
                      <a:headEnd type="none" w="med" len="med"/>
                      <a:tailEnd type="none" w="med" len="med"/>
                    </a:lnR>
                    <a:lnT w="9525" cap="flat" cmpd="sng" algn="ctr">
                      <a:solidFill>
                        <a:srgbClr val="CDD6D2"/>
                      </a:solidFill>
                      <a:prstDash val="solid"/>
                      <a:round/>
                      <a:headEnd type="none" w="med" len="med"/>
                      <a:tailEnd type="none" w="med" len="med"/>
                    </a:lnT>
                    <a:lnB w="9525" cap="flat" cmpd="sng" algn="ctr">
                      <a:solidFill>
                        <a:srgbClr val="CDD6D2"/>
                      </a:solidFill>
                      <a:prstDash val="solid"/>
                      <a:round/>
                      <a:headEnd type="none" w="med" len="med"/>
                      <a:tailEnd type="none" w="med" len="med"/>
                    </a:lnB>
                  </a:tcPr>
                </a:tc>
                <a:tc>
                  <a:txBody>
                    <a:bodyPr/>
                    <a:lstStyle/>
                    <a:p>
                      <a:pPr indent="0" marL="0">
                        <a:buNone/>
                      </a:pPr>
                      <a:r>
                        <a:rPr lang="en-US" sz="1200" dirty="0">
                          <a:solidFill>
                            <a:schemeClr val="accent6"/>
                          </a:solidFill>
                          <a:latin typeface="Malgun Gothic" pitchFamily="34" charset="0"/>
                          <a:ea typeface="Malgun Gothic" pitchFamily="34" charset="-122"/>
                          <a:cs typeface="Malgun Gothic" pitchFamily="34" charset="-120"/>
                        </a:rPr>
                        <a:t>—</a:t>
                      </a:r>
                      <a:endParaRPr lang="en-US" sz="1200" dirty="0">
                        <a:latin typeface="Malgun Gothic" charset="0"/>
                        <a:ea typeface="Malgun Gothic" charset="0"/>
                        <a:cs typeface="Malgun Gothic" charset="0"/>
                      </a:endParaRPr>
                    </a:p>
                  </a:txBody>
                  <a:tcPr marL="88900" marR="88900" marT="38100" marB="38100" anchor="ctr">
                    <a:lnL w="9525" cap="flat" cmpd="sng" algn="ctr">
                      <a:solidFill>
                        <a:srgbClr val="CDD6D2"/>
                      </a:solidFill>
                      <a:prstDash val="solid"/>
                      <a:round/>
                      <a:headEnd type="none" w="med" len="med"/>
                      <a:tailEnd type="none" w="med" len="med"/>
                    </a:lnL>
                    <a:lnR w="9525" cap="flat" cmpd="sng" algn="ctr">
                      <a:solidFill>
                        <a:srgbClr val="CDD6D2"/>
                      </a:solidFill>
                      <a:prstDash val="solid"/>
                      <a:round/>
                      <a:headEnd type="none" w="med" len="med"/>
                      <a:tailEnd type="none" w="med" len="med"/>
                    </a:lnR>
                    <a:lnT w="9525" cap="flat" cmpd="sng" algn="ctr">
                      <a:solidFill>
                        <a:srgbClr val="CDD6D2"/>
                      </a:solidFill>
                      <a:prstDash val="solid"/>
                      <a:round/>
                      <a:headEnd type="none" w="med" len="med"/>
                      <a:tailEnd type="none" w="med" len="med"/>
                    </a:lnT>
                    <a:lnB w="9525" cap="flat" cmpd="sng" algn="ctr">
                      <a:solidFill>
                        <a:srgbClr val="CDD6D2"/>
                      </a:solidFill>
                      <a:prstDash val="solid"/>
                      <a:round/>
                      <a:headEnd type="none" w="med" len="med"/>
                      <a:tailEnd type="none" w="med" len="med"/>
                    </a:lnB>
                  </a:tcPr>
                </a:tc>
                <a:tc>
                  <a:txBody>
                    <a:bodyPr/>
                    <a:lstStyle/>
                    <a:p>
                      <a:pPr indent="0" marL="0">
                        <a:buNone/>
                      </a:pPr>
                      <a:r>
                        <a:rPr lang="en-US" sz="1200" b="1" dirty="0">
                          <a:solidFill>
                            <a:schemeClr val="accent1"/>
                          </a:solidFill>
                          <a:latin typeface="Malgun Gothic" pitchFamily="34" charset="0"/>
                          <a:ea typeface="Malgun Gothic" pitchFamily="34" charset="-122"/>
                          <a:cs typeface="Malgun Gothic" pitchFamily="34" charset="-120"/>
                        </a:rPr>
                        <a:t>코드 미리 넣기, 재시도 공격 축소</a:t>
                      </a:r>
                      <a:endParaRPr lang="en-US" sz="1200" dirty="0">
                        <a:latin typeface="Malgun Gothic" charset="0"/>
                        <a:ea typeface="Malgun Gothic" charset="0"/>
                        <a:cs typeface="Malgun Gothic" charset="0"/>
                      </a:endParaRPr>
                    </a:p>
                  </a:txBody>
                  <a:tcPr marL="88900" marR="88900" marT="38100" marB="38100" anchor="ctr">
                    <a:lnL w="9525" cap="flat" cmpd="sng" algn="ctr">
                      <a:solidFill>
                        <a:srgbClr val="CDD6D2"/>
                      </a:solidFill>
                      <a:prstDash val="solid"/>
                      <a:round/>
                      <a:headEnd type="none" w="med" len="med"/>
                      <a:tailEnd type="none" w="med" len="med"/>
                    </a:lnL>
                    <a:lnR w="9525" cap="flat" cmpd="sng" algn="ctr">
                      <a:solidFill>
                        <a:srgbClr val="CDD6D2"/>
                      </a:solidFill>
                      <a:prstDash val="solid"/>
                      <a:round/>
                      <a:headEnd type="none" w="med" len="med"/>
                      <a:tailEnd type="none" w="med" len="med"/>
                    </a:lnR>
                    <a:lnT w="9525" cap="flat" cmpd="sng" algn="ctr">
                      <a:solidFill>
                        <a:srgbClr val="CDD6D2"/>
                      </a:solidFill>
                      <a:prstDash val="solid"/>
                      <a:round/>
                      <a:headEnd type="none" w="med" len="med"/>
                      <a:tailEnd type="none" w="med" len="med"/>
                    </a:lnT>
                    <a:lnB w="9525" cap="flat" cmpd="sng" algn="ctr">
                      <a:solidFill>
                        <a:srgbClr val="CDD6D2"/>
                      </a:solidFill>
                      <a:prstDash val="solid"/>
                      <a:round/>
                      <a:headEnd type="none" w="med" len="med"/>
                      <a:tailEnd type="none" w="med" len="med"/>
                    </a:lnB>
                    <a:solidFill>
                      <a:srgbClr val="E3F1ED"/>
                    </a:solidFill>
                  </a:tcPr>
                </a:tc>
                <a:tc>
                  <a:txBody>
                    <a:bodyPr/>
                    <a:lstStyle/>
                    <a:p>
                      <a:pPr indent="0" marL="0">
                        <a:buNone/>
                      </a:pPr>
                      <a:r>
                        <a:rPr lang="en-US" sz="1200" dirty="0">
                          <a:solidFill>
                            <a:schemeClr val="tx1"/>
                          </a:solidFill>
                          <a:latin typeface="Malgun Gothic" pitchFamily="34" charset="0"/>
                          <a:ea typeface="Malgun Gothic" pitchFamily="34" charset="-122"/>
                          <a:cs typeface="Malgun Gothic" pitchFamily="34" charset="-120"/>
                        </a:rPr>
                        <a:t>같은 코드를 라운드마다 다시 읽음 → 토큰 -39%</a:t>
                      </a:r>
                      <a:endParaRPr lang="en-US" sz="1200" dirty="0">
                        <a:latin typeface="Malgun Gothic" charset="0"/>
                        <a:ea typeface="Malgun Gothic" charset="0"/>
                        <a:cs typeface="Malgun Gothic" charset="0"/>
                      </a:endParaRPr>
                    </a:p>
                  </a:txBody>
                  <a:tcPr marL="88900" marR="88900" marT="38100" marB="38100" anchor="ctr">
                    <a:lnL w="9525" cap="flat" cmpd="sng" algn="ctr">
                      <a:solidFill>
                        <a:srgbClr val="CDD6D2"/>
                      </a:solidFill>
                      <a:prstDash val="solid"/>
                      <a:round/>
                      <a:headEnd type="none" w="med" len="med"/>
                      <a:tailEnd type="none" w="med" len="med"/>
                    </a:lnL>
                    <a:lnR w="9525" cap="flat" cmpd="sng" algn="ctr">
                      <a:solidFill>
                        <a:srgbClr val="CDD6D2"/>
                      </a:solidFill>
                      <a:prstDash val="solid"/>
                      <a:round/>
                      <a:headEnd type="none" w="med" len="med"/>
                      <a:tailEnd type="none" w="med" len="med"/>
                    </a:lnR>
                    <a:lnT w="9525" cap="flat" cmpd="sng" algn="ctr">
                      <a:solidFill>
                        <a:srgbClr val="CDD6D2"/>
                      </a:solidFill>
                      <a:prstDash val="solid"/>
                      <a:round/>
                      <a:headEnd type="none" w="med" len="med"/>
                      <a:tailEnd type="none" w="med" len="med"/>
                    </a:lnT>
                    <a:lnB w="9525" cap="flat" cmpd="sng" algn="ctr">
                      <a:solidFill>
                        <a:srgbClr val="CDD6D2"/>
                      </a:solidFill>
                      <a:prstDash val="solid"/>
                      <a:round/>
                      <a:headEnd type="none" w="med" len="med"/>
                      <a:tailEnd type="none" w="med" len="med"/>
                    </a:lnB>
                  </a:tcPr>
                </a:tc>
              </a:tr>
            </a:tbl>
          </a:graphicData>
        </a:graphic>
      </p:graphicFrame>
      <p:sp>
        <p:nvSpPr>
          <p:cNvPr id="5" name="Text 2"/>
          <p:cNvSpPr txBox="1"/>
          <p:nvPr/>
        </p:nvSpPr>
        <p:spPr>
          <a:xfrm>
            <a:off x="548640" y="6053328"/>
            <a:ext cx="11091672" cy="274320"/>
          </a:xfrm>
          <a:prstGeom prst="rect">
            <a:avLst/>
          </a:prstGeom>
          <a:noFill/>
          <a:ln/>
        </p:spPr>
        <p:txBody>
          <a:bodyPr wrap="square" lIns="0" tIns="0" rIns="0" bIns="0" rtlCol="0" anchor="t"/>
          <a:lstStyle/>
          <a:p>
            <a:pPr indent="0" marL="0">
              <a:buNone/>
            </a:pPr>
            <a:r>
              <a:rPr lang="ko-KR" altLang="en-US" sz="1200" dirty="0">
                <a:solidFill>
                  <a:schemeClr val="accent6"/>
                </a:solidFill>
              </a:rPr>
              <a:t>데이터·모델 쪽 — mutmut 대신 AST 뮤테이션 직접 구현(Windows 미지원) · 대상 프로젝트 2배 확장(과적합) · '과거 결함 수' 피처 제외 · 임베딩 bge-m3 확정</a:t>
            </a:r>
            <a:endParaRPr lang="ko-KR" sz="1200" dirty="0"/>
          </a:p>
        </p:txBody>
      </p:sp>
      <p:sp>
        <p:nvSpPr>
          <p:cNvPr id="25" name="Slide Number Placeholder 0"/>
          <p:cNvSpPr>
            <a:spLocks noGrp="1"/>
          </p:cNvSpPr>
          <p:nvPr>
            <p:ph type="sldNum" sz="quarter" idx="4294967295"/>
          </p:nvPr>
        </p:nvSpPr>
        <p:spPr>
          <a:xfrm>
            <a:off x="10972800" y="6400800"/>
            <a:ext cx="66751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body" hasCustomPrompt="1"/>
          </p:nvPr>
        </p:nvSpPr>
        <p:spPr>
          <a:xfrm>
            <a:off x="548640" y="365760"/>
            <a:ext cx="11064240" cy="320040"/>
          </a:xfrm>
          <a:prstGeom prst="rect">
            <a:avLst/>
          </a:prstGeom>
          <a:noFill/>
          <a:ln/>
        </p:spPr>
        <p:txBody>
          <a:bodyPr wrap="square" lIns="0" tIns="0" rIns="0" bIns="0" rtlCol="0" anchor="ctr"/>
          <a:lstStyle/>
          <a:p>
            <a:pPr algn="l" indent="0" marL="0">
              <a:buNone/>
            </a:pPr>
            <a:r>
              <a:rPr lang="ko-KR" altLang="en-US" sz="1300" b="1" dirty="0">
                <a:solidFill>
                  <a:schemeClr val="accent1"/>
                </a:solidFill>
              </a:rPr>
              <a:t>05 · 고심한 부분</a:t>
            </a:r>
            <a:endParaRPr lang="ko-KR" sz="1300" dirty="0"/>
          </a:p>
        </p:txBody>
      </p:sp>
      <p:sp>
        <p:nvSpPr>
          <p:cNvPr id="3" name="Text 0"/>
          <p:cNvSpPr/>
          <p:nvPr>
            <p:ph idx="101" type="title" hasCustomPrompt="1"/>
          </p:nvPr>
        </p:nvSpPr>
        <p:spPr>
          <a:xfrm>
            <a:off x="548640" y="685800"/>
            <a:ext cx="11064240" cy="685800"/>
          </a:xfrm>
          <a:prstGeom prst="rect">
            <a:avLst/>
          </a:prstGeom>
          <a:noFill/>
          <a:ln/>
        </p:spPr>
        <p:txBody>
          <a:bodyPr wrap="square" lIns="0" tIns="0" rIns="0" bIns="0" rtlCol="0" anchor="ctr"/>
          <a:lstStyle/>
          <a:p>
            <a:pPr algn="l" indent="0" marL="0">
              <a:buNone/>
            </a:pPr>
            <a:r>
              <a:rPr lang="ko-KR" altLang="en-US" sz="2800" b="1" dirty="0">
                <a:solidFill>
                  <a:schemeClr val="tx1"/>
                </a:solidFill>
              </a:rPr>
              <a:t>가장 오래 고민한 네 가지</a:t>
            </a:r>
            <a:endParaRPr lang="ko-KR" sz="2800" dirty="0"/>
          </a:p>
        </p:txBody>
      </p:sp>
      <p:sp>
        <p:nvSpPr>
          <p:cNvPr id="4" name="Shape 2"/>
          <p:cNvSpPr/>
          <p:nvPr/>
        </p:nvSpPr>
        <p:spPr>
          <a:xfrm>
            <a:off x="548640" y="1600200"/>
            <a:ext cx="5408676" cy="2148840"/>
          </a:xfrm>
          <a:prstGeom prst="roundRect">
            <a:avLst>
              <a:gd name="adj" fmla="val 3404"/>
            </a:avLst>
          </a:prstGeom>
          <a:solidFill>
            <a:schemeClr val="bg2"/>
          </a:solidFill>
          <a:ln/>
        </p:spPr>
      </p:sp>
      <p:sp>
        <p:nvSpPr>
          <p:cNvPr id="5" name="Text 3"/>
          <p:cNvSpPr/>
          <p:nvPr/>
        </p:nvSpPr>
        <p:spPr>
          <a:xfrm>
            <a:off x="777240" y="1801368"/>
            <a:ext cx="411480" cy="411480"/>
          </a:xfrm>
          <a:prstGeom prst="ellipse">
            <a:avLst/>
          </a:prstGeom>
          <a:solidFill>
            <a:schemeClr val="accent4"/>
          </a:solidFill>
          <a:ln/>
        </p:spPr>
        <p:txBody>
          <a:bodyPr wrap="square" lIns="0" tIns="0" rIns="0" bIns="0" rtlCol="0" anchor="ctr"/>
          <a:lstStyle/>
          <a:p>
            <a:pPr algn="ctr" indent="0" marL="0">
              <a:buNone/>
            </a:pPr>
            <a:r>
              <a:rPr lang="en-US" sz="1500" b="1" dirty="0">
                <a:solidFill>
                  <a:schemeClr val="bg1"/>
                </a:solidFill>
              </a:rPr>
              <a:t>1</a:t>
            </a:r>
            <a:endParaRPr lang="en-US" sz="1500" dirty="0"/>
          </a:p>
        </p:txBody>
      </p:sp>
      <p:sp>
        <p:nvSpPr>
          <p:cNvPr id="6" name="Text 4"/>
          <p:cNvSpPr txBox="1"/>
          <p:nvPr/>
        </p:nvSpPr>
        <p:spPr>
          <a:xfrm>
            <a:off x="1325880" y="1783080"/>
            <a:ext cx="4480560" cy="457200"/>
          </a:xfrm>
          <a:prstGeom prst="rect">
            <a:avLst/>
          </a:prstGeom>
          <a:noFill/>
          <a:ln/>
        </p:spPr>
        <p:txBody>
          <a:bodyPr wrap="square" lIns="0" tIns="0" rIns="0" bIns="0" rtlCol="0" anchor="ctr"/>
          <a:lstStyle/>
          <a:p>
            <a:pPr indent="0" marL="0">
              <a:buNone/>
            </a:pPr>
            <a:r>
              <a:rPr lang="ko-KR" altLang="en-US" sz="1700" b="1" dirty="0">
                <a:solidFill>
                  <a:schemeClr val="tx1"/>
                </a:solidFill>
              </a:rPr>
              <a:t>어디까지 자동으로 할까?</a:t>
            </a:r>
            <a:endParaRPr lang="ko-KR" sz="1700" dirty="0"/>
          </a:p>
        </p:txBody>
      </p:sp>
      <p:sp>
        <p:nvSpPr>
          <p:cNvPr id="7" name="Text 5"/>
          <p:cNvSpPr txBox="1"/>
          <p:nvPr/>
        </p:nvSpPr>
        <p:spPr>
          <a:xfrm>
            <a:off x="777240" y="2377440"/>
            <a:ext cx="4983480" cy="1280160"/>
          </a:xfrm>
          <a:prstGeom prst="rect">
            <a:avLst/>
          </a:prstGeom>
          <a:noFill/>
          <a:ln/>
        </p:spPr>
        <p:txBody>
          <a:bodyPr wrap="square" lIns="0" tIns="0" rIns="0" bIns="0" rtlCol="0" anchor="t"/>
          <a:lstStyle/>
          <a:p>
            <a:pPr indent="0" marL="0">
              <a:spcAft>
                <a:spcPts val="800"/>
              </a:spcAft>
              <a:buNone/>
            </a:pPr>
            <a:r>
              <a:rPr lang="ko-KR" altLang="en-US" sz="1400" b="1" dirty="0">
                <a:solidFill>
                  <a:schemeClr val="accent4"/>
                </a:solidFill>
              </a:rPr>
              <a:t>부딪힌 것  </a:t>
            </a:r>
            <a:pPr indent="0" marL="0">
              <a:spcAft>
                <a:spcPts val="800"/>
              </a:spcAft>
              <a:buNone/>
            </a:pPr>
            <a:r>
              <a:rPr lang="ko-KR" altLang="en-US" sz="1400" dirty="0">
                <a:solidFill>
                  <a:schemeClr val="tx1"/>
                </a:solidFill>
              </a:rPr>
              <a:t>판정을 통과해도 틀린 수정이 나왔다 (케이스 C: 원인을 알고도 호출부만 감쌈)</a:t>
            </a:r>
            <a:endParaRPr lang="ko-KR" sz="1400" dirty="0"/>
          </a:p>
          <a:p>
            <a:pPr indent="0" marL="0">
              <a:spcAft>
                <a:spcPts val="800"/>
              </a:spcAft>
              <a:buNone/>
            </a:pPr>
            <a:r>
              <a:rPr lang="ko-KR" altLang="en-US" sz="1400" b="1" dirty="0">
                <a:solidFill>
                  <a:schemeClr val="accent4"/>
                </a:solidFill>
              </a:rPr>
              <a:t>결정  </a:t>
            </a:r>
            <a:pPr indent="0" marL="0">
              <a:spcAft>
                <a:spcPts val="800"/>
              </a:spcAft>
              <a:buNone/>
            </a:pPr>
            <a:r>
              <a:rPr lang="ko-KR" altLang="en-US" sz="1400" dirty="0">
                <a:solidFill>
                  <a:schemeClr val="tx1"/>
                </a:solidFill>
              </a:rPr>
              <a:t>반영은 끝까지 사람이 승인. 자동 검증이 확인 못 한 조건은 숨기지 않고 표시</a:t>
            </a:r>
            <a:endParaRPr lang="ko-KR" sz="1400" dirty="0"/>
          </a:p>
        </p:txBody>
      </p:sp>
      <p:sp>
        <p:nvSpPr>
          <p:cNvPr id="8" name="Shape 6"/>
          <p:cNvSpPr/>
          <p:nvPr/>
        </p:nvSpPr>
        <p:spPr>
          <a:xfrm>
            <a:off x="6231636" y="1600200"/>
            <a:ext cx="5408676" cy="2148840"/>
          </a:xfrm>
          <a:prstGeom prst="roundRect">
            <a:avLst>
              <a:gd name="adj" fmla="val 3404"/>
            </a:avLst>
          </a:prstGeom>
          <a:solidFill>
            <a:schemeClr val="bg2"/>
          </a:solidFill>
          <a:ln/>
        </p:spPr>
      </p:sp>
      <p:sp>
        <p:nvSpPr>
          <p:cNvPr id="9" name="Text 7"/>
          <p:cNvSpPr/>
          <p:nvPr/>
        </p:nvSpPr>
        <p:spPr>
          <a:xfrm>
            <a:off x="6460236" y="1801368"/>
            <a:ext cx="411480" cy="411480"/>
          </a:xfrm>
          <a:prstGeom prst="ellipse">
            <a:avLst/>
          </a:prstGeom>
          <a:solidFill>
            <a:schemeClr val="accent1"/>
          </a:solidFill>
          <a:ln/>
        </p:spPr>
        <p:txBody>
          <a:bodyPr wrap="square" lIns="0" tIns="0" rIns="0" bIns="0" rtlCol="0" anchor="ctr"/>
          <a:lstStyle/>
          <a:p>
            <a:pPr algn="ctr" indent="0" marL="0">
              <a:buNone/>
            </a:pPr>
            <a:r>
              <a:rPr lang="en-US" sz="1500" b="1" dirty="0">
                <a:solidFill>
                  <a:schemeClr val="bg1"/>
                </a:solidFill>
              </a:rPr>
              <a:t>2</a:t>
            </a:r>
            <a:endParaRPr lang="en-US" sz="1500" dirty="0"/>
          </a:p>
        </p:txBody>
      </p:sp>
      <p:sp>
        <p:nvSpPr>
          <p:cNvPr id="10" name="Text 8"/>
          <p:cNvSpPr txBox="1"/>
          <p:nvPr/>
        </p:nvSpPr>
        <p:spPr>
          <a:xfrm>
            <a:off x="7008876" y="1783080"/>
            <a:ext cx="4480560" cy="457200"/>
          </a:xfrm>
          <a:prstGeom prst="rect">
            <a:avLst/>
          </a:prstGeom>
          <a:noFill/>
          <a:ln/>
        </p:spPr>
        <p:txBody>
          <a:bodyPr wrap="square" lIns="0" tIns="0" rIns="0" bIns="0" rtlCol="0" anchor="ctr"/>
          <a:lstStyle/>
          <a:p>
            <a:pPr indent="0" marL="0">
              <a:buNone/>
            </a:pPr>
            <a:r>
              <a:rPr lang="ko-KR" altLang="en-US" sz="1700" b="1" dirty="0">
                <a:solidFill>
                  <a:schemeClr val="tx1"/>
                </a:solidFill>
              </a:rPr>
              <a:t>담당자는 무엇을 보면 승인할 수 있나?</a:t>
            </a:r>
            <a:endParaRPr lang="ko-KR" sz="1700" dirty="0"/>
          </a:p>
        </p:txBody>
      </p:sp>
      <p:sp>
        <p:nvSpPr>
          <p:cNvPr id="11" name="Text 9"/>
          <p:cNvSpPr txBox="1"/>
          <p:nvPr/>
        </p:nvSpPr>
        <p:spPr>
          <a:xfrm>
            <a:off x="6460236" y="2377440"/>
            <a:ext cx="4983480" cy="1280160"/>
          </a:xfrm>
          <a:prstGeom prst="rect">
            <a:avLst/>
          </a:prstGeom>
          <a:noFill/>
          <a:ln/>
        </p:spPr>
        <p:txBody>
          <a:bodyPr wrap="square" lIns="0" tIns="0" rIns="0" bIns="0" rtlCol="0" anchor="t"/>
          <a:lstStyle/>
          <a:p>
            <a:pPr indent="0" marL="0">
              <a:spcAft>
                <a:spcPts val="800"/>
              </a:spcAft>
              <a:buNone/>
            </a:pPr>
            <a:r>
              <a:rPr lang="ko-KR" altLang="en-US" sz="1400" b="1" dirty="0">
                <a:solidFill>
                  <a:schemeClr val="accent1"/>
                </a:solidFill>
              </a:rPr>
              <a:t>부딪힌 것  </a:t>
            </a:r>
            <a:pPr indent="0" marL="0">
              <a:spcAft>
                <a:spcPts val="800"/>
              </a:spcAft>
              <a:buNone/>
            </a:pPr>
            <a:r>
              <a:rPr lang="ko-KR" altLang="en-US" sz="1400" dirty="0">
                <a:solidFill>
                  <a:schemeClr val="tx1"/>
                </a:solidFill>
              </a:rPr>
              <a:t>숫자 카드와 150줄 실행 로그로는 판단이 안 됐다</a:t>
            </a:r>
            <a:endParaRPr lang="ko-KR" sz="1400" dirty="0"/>
          </a:p>
          <a:p>
            <a:pPr indent="0" marL="0">
              <a:spcAft>
                <a:spcPts val="800"/>
              </a:spcAft>
              <a:buNone/>
            </a:pPr>
            <a:r>
              <a:rPr lang="ko-KR" altLang="en-US" sz="1400" b="1" dirty="0">
                <a:solidFill>
                  <a:schemeClr val="accent1"/>
                </a:solidFill>
              </a:rPr>
              <a:t>결정  </a:t>
            </a:r>
            <a:pPr indent="0" marL="0">
              <a:spcAft>
                <a:spcPts val="800"/>
              </a:spcAft>
              <a:buNone/>
            </a:pPr>
            <a:r>
              <a:rPr lang="ko-KR" altLang="en-US" sz="1400" dirty="0">
                <a:solidFill>
                  <a:schemeClr val="tx1"/>
                </a:solidFill>
              </a:rPr>
              <a:t>질문별 탭, 한 줄 요약, 수정 전/후 코드, 공격 입력마다 판정 결과</a:t>
            </a:r>
            <a:endParaRPr lang="ko-KR" sz="1400" dirty="0"/>
          </a:p>
        </p:txBody>
      </p:sp>
      <p:sp>
        <p:nvSpPr>
          <p:cNvPr id="12" name="Shape 10"/>
          <p:cNvSpPr/>
          <p:nvPr/>
        </p:nvSpPr>
        <p:spPr>
          <a:xfrm>
            <a:off x="548640" y="3931920"/>
            <a:ext cx="5408676" cy="2148840"/>
          </a:xfrm>
          <a:prstGeom prst="roundRect">
            <a:avLst>
              <a:gd name="adj" fmla="val 3404"/>
            </a:avLst>
          </a:prstGeom>
          <a:solidFill>
            <a:schemeClr val="bg2"/>
          </a:solidFill>
          <a:ln/>
        </p:spPr>
      </p:sp>
      <p:sp>
        <p:nvSpPr>
          <p:cNvPr id="13" name="Text 11"/>
          <p:cNvSpPr/>
          <p:nvPr/>
        </p:nvSpPr>
        <p:spPr>
          <a:xfrm>
            <a:off x="777240" y="4133088"/>
            <a:ext cx="411480" cy="411480"/>
          </a:xfrm>
          <a:prstGeom prst="ellipse">
            <a:avLst/>
          </a:prstGeom>
          <a:solidFill>
            <a:schemeClr val="accent2"/>
          </a:solidFill>
          <a:ln/>
        </p:spPr>
        <p:txBody>
          <a:bodyPr wrap="square" lIns="0" tIns="0" rIns="0" bIns="0" rtlCol="0" anchor="ctr"/>
          <a:lstStyle/>
          <a:p>
            <a:pPr algn="ctr" indent="0" marL="0">
              <a:buNone/>
            </a:pPr>
            <a:r>
              <a:rPr lang="en-US" sz="1500" b="1" dirty="0">
                <a:solidFill>
                  <a:schemeClr val="bg1"/>
                </a:solidFill>
              </a:rPr>
              <a:t>3</a:t>
            </a:r>
            <a:endParaRPr lang="en-US" sz="1500" dirty="0"/>
          </a:p>
        </p:txBody>
      </p:sp>
      <p:sp>
        <p:nvSpPr>
          <p:cNvPr id="14" name="Text 12"/>
          <p:cNvSpPr txBox="1"/>
          <p:nvPr/>
        </p:nvSpPr>
        <p:spPr>
          <a:xfrm>
            <a:off x="1325880" y="4114800"/>
            <a:ext cx="4480560" cy="457200"/>
          </a:xfrm>
          <a:prstGeom prst="rect">
            <a:avLst/>
          </a:prstGeom>
          <a:noFill/>
          <a:ln/>
        </p:spPr>
        <p:txBody>
          <a:bodyPr wrap="square" lIns="0" tIns="0" rIns="0" bIns="0" rtlCol="0" anchor="ctr"/>
          <a:lstStyle/>
          <a:p>
            <a:pPr indent="0" marL="0">
              <a:buNone/>
            </a:pPr>
            <a:r>
              <a:rPr lang="ko-KR" altLang="en-US" sz="1700" b="1" dirty="0">
                <a:solidFill>
                  <a:schemeClr val="tx1"/>
                </a:solidFill>
              </a:rPr>
              <a:t>엉뚱한 요청이 들어오면?</a:t>
            </a:r>
            <a:endParaRPr lang="ko-KR" sz="1700" dirty="0"/>
          </a:p>
        </p:txBody>
      </p:sp>
      <p:sp>
        <p:nvSpPr>
          <p:cNvPr id="15" name="Text 13"/>
          <p:cNvSpPr txBox="1"/>
          <p:nvPr/>
        </p:nvSpPr>
        <p:spPr>
          <a:xfrm>
            <a:off x="777240" y="4709160"/>
            <a:ext cx="4983480" cy="1280160"/>
          </a:xfrm>
          <a:prstGeom prst="rect">
            <a:avLst/>
          </a:prstGeom>
          <a:noFill/>
          <a:ln/>
        </p:spPr>
        <p:txBody>
          <a:bodyPr wrap="square" lIns="0" tIns="0" rIns="0" bIns="0" rtlCol="0" anchor="t"/>
          <a:lstStyle/>
          <a:p>
            <a:pPr indent="0" marL="0">
              <a:spcAft>
                <a:spcPts val="800"/>
              </a:spcAft>
              <a:buNone/>
            </a:pPr>
            <a:r>
              <a:rPr lang="ko-KR" altLang="en-US" sz="1400" b="1" dirty="0">
                <a:solidFill>
                  <a:schemeClr val="accent2"/>
                </a:solidFill>
              </a:rPr>
              <a:t>부딪힌 것  </a:t>
            </a:r>
            <a:pPr indent="0" marL="0">
              <a:spcAft>
                <a:spcPts val="800"/>
              </a:spcAft>
              <a:buNone/>
            </a:pPr>
            <a:r>
              <a:rPr lang="ko-KR" altLang="en-US" sz="1400" dirty="0">
                <a:solidFill>
                  <a:schemeClr val="tx1"/>
                </a:solidFill>
              </a:rPr>
              <a:t>"test / 집가고싶다" 티켓이 다른 결함을 고쳐 판정을 통과</a:t>
            </a:r>
            <a:endParaRPr lang="ko-KR" sz="1400" dirty="0"/>
          </a:p>
          <a:p>
            <a:pPr indent="0" marL="0">
              <a:spcAft>
                <a:spcPts val="800"/>
              </a:spcAft>
              <a:buNone/>
            </a:pPr>
            <a:r>
              <a:rPr lang="ko-KR" altLang="en-US" sz="1400" b="1" dirty="0">
                <a:solidFill>
                  <a:schemeClr val="accent2"/>
                </a:solidFill>
              </a:rPr>
              <a:t>결정  </a:t>
            </a:r>
            <a:pPr indent="0" marL="0">
              <a:spcAft>
                <a:spcPts val="800"/>
              </a:spcAft>
              <a:buNone/>
            </a:pPr>
            <a:r>
              <a:rPr lang="ko-KR" altLang="en-US" sz="1400" dirty="0">
                <a:solidFill>
                  <a:schemeClr val="tx1"/>
                </a:solidFill>
              </a:rPr>
              <a:t>접수 검사 추가. LLM이 인용한 증상이 티켓에 그대로 있는지는 코드가 대조 (실제 25건 모두 맞게 분류)</a:t>
            </a:r>
            <a:endParaRPr lang="ko-KR" sz="1400" dirty="0"/>
          </a:p>
        </p:txBody>
      </p:sp>
      <p:sp>
        <p:nvSpPr>
          <p:cNvPr id="16" name="Shape 14"/>
          <p:cNvSpPr/>
          <p:nvPr/>
        </p:nvSpPr>
        <p:spPr>
          <a:xfrm>
            <a:off x="6231636" y="3931920"/>
            <a:ext cx="5408676" cy="2148840"/>
          </a:xfrm>
          <a:prstGeom prst="roundRect">
            <a:avLst>
              <a:gd name="adj" fmla="val 3404"/>
            </a:avLst>
          </a:prstGeom>
          <a:solidFill>
            <a:schemeClr val="bg2"/>
          </a:solidFill>
          <a:ln/>
        </p:spPr>
      </p:sp>
      <p:sp>
        <p:nvSpPr>
          <p:cNvPr id="17" name="Text 15"/>
          <p:cNvSpPr/>
          <p:nvPr/>
        </p:nvSpPr>
        <p:spPr>
          <a:xfrm>
            <a:off x="6460236" y="4133088"/>
            <a:ext cx="411480" cy="411480"/>
          </a:xfrm>
          <a:prstGeom prst="ellipse">
            <a:avLst/>
          </a:prstGeom>
          <a:solidFill>
            <a:schemeClr val="accent3"/>
          </a:solidFill>
          <a:ln/>
        </p:spPr>
        <p:txBody>
          <a:bodyPr wrap="square" lIns="0" tIns="0" rIns="0" bIns="0" rtlCol="0" anchor="ctr"/>
          <a:lstStyle/>
          <a:p>
            <a:pPr algn="ctr" indent="0" marL="0">
              <a:buNone/>
            </a:pPr>
            <a:r>
              <a:rPr lang="en-US" sz="1500" b="1" dirty="0">
                <a:solidFill>
                  <a:schemeClr val="bg1"/>
                </a:solidFill>
              </a:rPr>
              <a:t>4</a:t>
            </a:r>
            <a:endParaRPr lang="en-US" sz="1500" dirty="0"/>
          </a:p>
        </p:txBody>
      </p:sp>
      <p:sp>
        <p:nvSpPr>
          <p:cNvPr id="18" name="Text 16"/>
          <p:cNvSpPr txBox="1"/>
          <p:nvPr/>
        </p:nvSpPr>
        <p:spPr>
          <a:xfrm>
            <a:off x="7008876" y="4114800"/>
            <a:ext cx="4480560" cy="457200"/>
          </a:xfrm>
          <a:prstGeom prst="rect">
            <a:avLst/>
          </a:prstGeom>
          <a:noFill/>
          <a:ln/>
        </p:spPr>
        <p:txBody>
          <a:bodyPr wrap="square" lIns="0" tIns="0" rIns="0" bIns="0" rtlCol="0" anchor="ctr"/>
          <a:lstStyle/>
          <a:p>
            <a:pPr indent="0" marL="0">
              <a:buNone/>
            </a:pPr>
            <a:r>
              <a:rPr lang="ko-KR" altLang="en-US" sz="1700" b="1" dirty="0">
                <a:solidFill>
                  <a:schemeClr val="tx1"/>
                </a:solidFill>
              </a:rPr>
              <a:t>비용과 속도는 감당할 만한가?</a:t>
            </a:r>
            <a:endParaRPr lang="ko-KR" sz="1700" dirty="0"/>
          </a:p>
        </p:txBody>
      </p:sp>
      <p:sp>
        <p:nvSpPr>
          <p:cNvPr id="19" name="Text 17"/>
          <p:cNvSpPr txBox="1"/>
          <p:nvPr/>
        </p:nvSpPr>
        <p:spPr>
          <a:xfrm>
            <a:off x="6460236" y="4709160"/>
            <a:ext cx="4983480" cy="1280160"/>
          </a:xfrm>
          <a:prstGeom prst="rect">
            <a:avLst/>
          </a:prstGeom>
          <a:noFill/>
          <a:ln/>
        </p:spPr>
        <p:txBody>
          <a:bodyPr wrap="square" lIns="0" tIns="0" rIns="0" bIns="0" rtlCol="0" anchor="t"/>
          <a:lstStyle/>
          <a:p>
            <a:pPr indent="0" marL="0">
              <a:spcAft>
                <a:spcPts val="800"/>
              </a:spcAft>
              <a:buNone/>
            </a:pPr>
            <a:r>
              <a:rPr lang="ko-KR" altLang="en-US" sz="1400" b="1" dirty="0">
                <a:solidFill>
                  <a:schemeClr val="accent3"/>
                </a:solidFill>
              </a:rPr>
              <a:t>부딪힌 것  </a:t>
            </a:r>
            <a:pPr indent="0" marL="0">
              <a:spcAft>
                <a:spcPts val="800"/>
              </a:spcAft>
              <a:buNone/>
            </a:pPr>
            <a:r>
              <a:rPr lang="ko-KR" altLang="en-US" sz="1400" dirty="0">
                <a:solidFill>
                  <a:schemeClr val="tx1"/>
                </a:solidFill>
              </a:rPr>
              <a:t>공격 라운드마다 같은 코드를 다시 읽음 (공격 도구 41회 중 23회)</a:t>
            </a:r>
            <a:endParaRPr lang="ko-KR" sz="1400" dirty="0"/>
          </a:p>
          <a:p>
            <a:pPr indent="0" marL="0">
              <a:spcAft>
                <a:spcPts val="800"/>
              </a:spcAft>
              <a:buNone/>
            </a:pPr>
            <a:r>
              <a:rPr lang="ko-KR" altLang="en-US" sz="1400" b="1" dirty="0">
                <a:solidFill>
                  <a:schemeClr val="accent3"/>
                </a:solidFill>
              </a:rPr>
              <a:t>결정  </a:t>
            </a:r>
            <a:pPr indent="0" marL="0">
              <a:spcAft>
                <a:spcPts val="800"/>
              </a:spcAft>
              <a:buNone/>
            </a:pPr>
            <a:r>
              <a:rPr lang="ko-KR" altLang="en-US" sz="1400" dirty="0">
                <a:solidFill>
                  <a:schemeClr val="tx1"/>
                </a:solidFill>
              </a:rPr>
              <a:t>코드를 미리 넣고 재시도 공격은 3관점만 → 토큰 -39%, 티켓당 약 $0.4, 해결률은 18 → 19건</a:t>
            </a:r>
            <a:endParaRPr lang="ko-KR" sz="1400" dirty="0"/>
          </a:p>
        </p:txBody>
      </p:sp>
      <p:sp>
        <p:nvSpPr>
          <p:cNvPr id="25" name="Slide Number Placeholder 0"/>
          <p:cNvSpPr>
            <a:spLocks noGrp="1"/>
          </p:cNvSpPr>
          <p:nvPr>
            <p:ph type="sldNum" sz="quarter" idx="4294967295"/>
          </p:nvPr>
        </p:nvSpPr>
        <p:spPr>
          <a:xfrm>
            <a:off x="10972800" y="6400800"/>
            <a:ext cx="66751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body" hasCustomPrompt="1"/>
          </p:nvPr>
        </p:nvSpPr>
        <p:spPr>
          <a:xfrm>
            <a:off x="548640" y="365760"/>
            <a:ext cx="11064240" cy="320040"/>
          </a:xfrm>
          <a:prstGeom prst="rect">
            <a:avLst/>
          </a:prstGeom>
          <a:noFill/>
          <a:ln/>
        </p:spPr>
        <p:txBody>
          <a:bodyPr wrap="square" lIns="0" tIns="0" rIns="0" bIns="0" rtlCol="0" anchor="ctr"/>
          <a:lstStyle/>
          <a:p>
            <a:pPr algn="l" indent="0" marL="0">
              <a:buNone/>
            </a:pPr>
            <a:r>
              <a:rPr lang="ko-KR" altLang="en-US" sz="1300" b="1" dirty="0">
                <a:solidFill>
                  <a:schemeClr val="accent1"/>
                </a:solidFill>
              </a:rPr>
              <a:t>06 · 결과와 도입 조건</a:t>
            </a:r>
            <a:endParaRPr lang="ko-KR" sz="1300" dirty="0"/>
          </a:p>
        </p:txBody>
      </p:sp>
      <p:sp>
        <p:nvSpPr>
          <p:cNvPr id="3" name="Text 0"/>
          <p:cNvSpPr/>
          <p:nvPr>
            <p:ph idx="101" type="title" hasCustomPrompt="1"/>
          </p:nvPr>
        </p:nvSpPr>
        <p:spPr>
          <a:xfrm>
            <a:off x="548640" y="685800"/>
            <a:ext cx="11064240" cy="685800"/>
          </a:xfrm>
          <a:prstGeom prst="rect">
            <a:avLst/>
          </a:prstGeom>
          <a:noFill/>
          <a:ln/>
        </p:spPr>
        <p:txBody>
          <a:bodyPr wrap="square" lIns="0" tIns="0" rIns="0" bIns="0" rtlCol="0" anchor="ctr"/>
          <a:lstStyle/>
          <a:p>
            <a:pPr algn="l" indent="0" marL="0">
              <a:buNone/>
            </a:pPr>
            <a:r>
              <a:rPr lang="ko-KR" altLang="en-US" sz="2800" b="1" dirty="0">
                <a:solidFill>
                  <a:schemeClr val="tx1"/>
                </a:solidFill>
              </a:rPr>
              <a:t>KPI 8개를 모두 달성했고, 도입 조건도 분명하다</a:t>
            </a:r>
            <a:endParaRPr lang="ko-KR" sz="28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548640" y="1600200"/>
          <a:ext cx="5852160" cy="914400"/>
        </p:xfrm>
        <a:graphic>
          <a:graphicData uri="http://schemas.openxmlformats.org/drawingml/2006/table">
            <a:tbl>
              <a:tblPr/>
              <a:tblGrid>
                <a:gridCol w="2103120"/>
                <a:gridCol w="1600200"/>
                <a:gridCol w="2148840"/>
              </a:tblGrid>
              <a:tr h="457200">
                <a:tc>
                  <a:txBody>
                    <a:bodyPr/>
                    <a:lstStyle/>
                    <a:p>
                      <a:pPr indent="0" marL="0">
                        <a:buNone/>
                      </a:pPr>
                      <a:r>
                        <a:rPr lang="en-US" sz="1200" b="1" dirty="0">
                          <a:solidFill>
                            <a:schemeClr val="accent6"/>
                          </a:solidFill>
                          <a:latin typeface="Malgun Gothic" pitchFamily="34" charset="0"/>
                          <a:ea typeface="Malgun Gothic" pitchFamily="34" charset="-122"/>
                          <a:cs typeface="Malgun Gothic" pitchFamily="34" charset="-120"/>
                        </a:rPr>
                        <a:t>지표</a:t>
                      </a:r>
                      <a:endParaRPr lang="en-US" sz="1200" dirty="0">
                        <a:latin typeface="Malgun Gothic" charset="0"/>
                        <a:ea typeface="Malgun Gothic" charset="0"/>
                        <a:cs typeface="Malgun Gothic" charset="0"/>
                      </a:endParaRPr>
                    </a:p>
                  </a:txBody>
                  <a:tcPr marL="101600" marR="101600" marT="38100" marB="38100" anchor="ctr">
                    <a:lnL w="9525" cap="flat" cmpd="sng" algn="ctr">
                      <a:solidFill>
                        <a:srgbClr val="CDD6D2"/>
                      </a:solidFill>
                      <a:prstDash val="solid"/>
                      <a:round/>
                      <a:headEnd type="none" w="med" len="med"/>
                      <a:tailEnd type="none" w="med" len="med"/>
                    </a:lnL>
                    <a:lnR w="9525" cap="flat" cmpd="sng" algn="ctr">
                      <a:solidFill>
                        <a:srgbClr val="CDD6D2"/>
                      </a:solidFill>
                      <a:prstDash val="solid"/>
                      <a:round/>
                      <a:headEnd type="none" w="med" len="med"/>
                      <a:tailEnd type="none" w="med" len="med"/>
                    </a:lnR>
                    <a:lnT w="9525" cap="flat" cmpd="sng" algn="ctr">
                      <a:solidFill>
                        <a:srgbClr val="CDD6D2"/>
                      </a:solidFill>
                      <a:prstDash val="solid"/>
                      <a:round/>
                      <a:headEnd type="none" w="med" len="med"/>
                      <a:tailEnd type="none" w="med" len="med"/>
                    </a:lnT>
                    <a:lnB w="9525" cap="flat" cmpd="sng" algn="ctr">
                      <a:solidFill>
                        <a:srgbClr val="CDD6D2"/>
                      </a:solidFill>
                      <a:prstDash val="solid"/>
                      <a:round/>
                      <a:headEnd type="none" w="med" len="med"/>
                      <a:tailEnd type="none" w="med" len="med"/>
                    </a:lnB>
                    <a:solidFill>
                      <a:srgbClr val="ECF0EE"/>
                    </a:solidFill>
                  </a:tcPr>
                </a:tc>
                <a:tc>
                  <a:txBody>
                    <a:bodyPr/>
                    <a:lstStyle/>
                    <a:p>
                      <a:pPr indent="0" marL="0">
                        <a:buNone/>
                      </a:pPr>
                      <a:r>
                        <a:rPr lang="en-US" sz="1200" b="1" dirty="0">
                          <a:solidFill>
                            <a:schemeClr val="accent6"/>
                          </a:solidFill>
                          <a:latin typeface="Malgun Gothic" pitchFamily="34" charset="0"/>
                          <a:ea typeface="Malgun Gothic" pitchFamily="34" charset="-122"/>
                          <a:cs typeface="Malgun Gothic" pitchFamily="34" charset="-120"/>
                        </a:rPr>
                        <a:t>목표</a:t>
                      </a:r>
                      <a:endParaRPr lang="en-US" sz="1200" dirty="0">
                        <a:latin typeface="Malgun Gothic" charset="0"/>
                        <a:ea typeface="Malgun Gothic" charset="0"/>
                        <a:cs typeface="Malgun Gothic" charset="0"/>
                      </a:endParaRPr>
                    </a:p>
                  </a:txBody>
                  <a:tcPr marL="101600" marR="101600" marT="38100" marB="38100" anchor="ctr">
                    <a:lnL w="9525" cap="flat" cmpd="sng" algn="ctr">
                      <a:solidFill>
                        <a:srgbClr val="CDD6D2"/>
                      </a:solidFill>
                      <a:prstDash val="solid"/>
                      <a:round/>
                      <a:headEnd type="none" w="med" len="med"/>
                      <a:tailEnd type="none" w="med" len="med"/>
                    </a:lnL>
                    <a:lnR w="9525" cap="flat" cmpd="sng" algn="ctr">
                      <a:solidFill>
                        <a:srgbClr val="CDD6D2"/>
                      </a:solidFill>
                      <a:prstDash val="solid"/>
                      <a:round/>
                      <a:headEnd type="none" w="med" len="med"/>
                      <a:tailEnd type="none" w="med" len="med"/>
                    </a:lnR>
                    <a:lnT w="9525" cap="flat" cmpd="sng" algn="ctr">
                      <a:solidFill>
                        <a:srgbClr val="CDD6D2"/>
                      </a:solidFill>
                      <a:prstDash val="solid"/>
                      <a:round/>
                      <a:headEnd type="none" w="med" len="med"/>
                      <a:tailEnd type="none" w="med" len="med"/>
                    </a:lnT>
                    <a:lnB w="9525" cap="flat" cmpd="sng" algn="ctr">
                      <a:solidFill>
                        <a:srgbClr val="CDD6D2"/>
                      </a:solidFill>
                      <a:prstDash val="solid"/>
                      <a:round/>
                      <a:headEnd type="none" w="med" len="med"/>
                      <a:tailEnd type="none" w="med" len="med"/>
                    </a:lnB>
                    <a:solidFill>
                      <a:srgbClr val="ECF0EE"/>
                    </a:solidFill>
                  </a:tcPr>
                </a:tc>
                <a:tc>
                  <a:txBody>
                    <a:bodyPr/>
                    <a:lstStyle/>
                    <a:p>
                      <a:pPr indent="0" marL="0">
                        <a:buNone/>
                      </a:pPr>
                      <a:r>
                        <a:rPr lang="en-US" sz="1200" b="1" dirty="0">
                          <a:solidFill>
                            <a:schemeClr val="accent6"/>
                          </a:solidFill>
                          <a:latin typeface="Malgun Gothic" pitchFamily="34" charset="0"/>
                          <a:ea typeface="Malgun Gothic" pitchFamily="34" charset="-122"/>
                          <a:cs typeface="Malgun Gothic" pitchFamily="34" charset="-120"/>
                        </a:rPr>
                        <a:t>결과</a:t>
                      </a:r>
                      <a:endParaRPr lang="en-US" sz="1200" dirty="0">
                        <a:latin typeface="Malgun Gothic" charset="0"/>
                        <a:ea typeface="Malgun Gothic" charset="0"/>
                        <a:cs typeface="Malgun Gothic" charset="0"/>
                      </a:endParaRPr>
                    </a:p>
                  </a:txBody>
                  <a:tcPr marL="101600" marR="101600" marT="38100" marB="38100" anchor="ctr">
                    <a:lnL w="9525" cap="flat" cmpd="sng" algn="ctr">
                      <a:solidFill>
                        <a:srgbClr val="CDD6D2"/>
                      </a:solidFill>
                      <a:prstDash val="solid"/>
                      <a:round/>
                      <a:headEnd type="none" w="med" len="med"/>
                      <a:tailEnd type="none" w="med" len="med"/>
                    </a:lnL>
                    <a:lnR w="9525" cap="flat" cmpd="sng" algn="ctr">
                      <a:solidFill>
                        <a:srgbClr val="CDD6D2"/>
                      </a:solidFill>
                      <a:prstDash val="solid"/>
                      <a:round/>
                      <a:headEnd type="none" w="med" len="med"/>
                      <a:tailEnd type="none" w="med" len="med"/>
                    </a:lnR>
                    <a:lnT w="9525" cap="flat" cmpd="sng" algn="ctr">
                      <a:solidFill>
                        <a:srgbClr val="CDD6D2"/>
                      </a:solidFill>
                      <a:prstDash val="solid"/>
                      <a:round/>
                      <a:headEnd type="none" w="med" len="med"/>
                      <a:tailEnd type="none" w="med" len="med"/>
                    </a:lnT>
                    <a:lnB w="9525" cap="flat" cmpd="sng" algn="ctr">
                      <a:solidFill>
                        <a:srgbClr val="CDD6D2"/>
                      </a:solidFill>
                      <a:prstDash val="solid"/>
                      <a:round/>
                      <a:headEnd type="none" w="med" len="med"/>
                      <a:tailEnd type="none" w="med" len="med"/>
                    </a:lnB>
                    <a:solidFill>
                      <a:srgbClr val="ECF0EE"/>
                    </a:solidFill>
                  </a:tcPr>
                </a:tc>
              </a:tr>
              <a:tr h="457200">
                <a:tc>
                  <a:txBody>
                    <a:bodyPr/>
                    <a:lstStyle/>
                    <a:p>
                      <a:pPr indent="0" marL="0">
                        <a:buNone/>
                      </a:pPr>
                      <a:r>
                        <a:rPr lang="en-US" sz="1300" b="1" dirty="0">
                          <a:solidFill>
                            <a:schemeClr val="tx1"/>
                          </a:solidFill>
                          <a:latin typeface="Malgun Gothic" pitchFamily="34" charset="0"/>
                          <a:ea typeface="Malgun Gothic" pitchFamily="34" charset="-122"/>
                          <a:cs typeface="Malgun Gothic" pitchFamily="34" charset="-120"/>
                        </a:rPr>
                        <a:t>SR당 처리 시간</a:t>
                      </a:r>
                      <a:endParaRPr lang="en-US" sz="1300" dirty="0">
                        <a:latin typeface="Malgun Gothic" charset="0"/>
                        <a:ea typeface="Malgun Gothic" charset="0"/>
                        <a:cs typeface="Malgun Gothic" charset="0"/>
                      </a:endParaRPr>
                    </a:p>
                  </a:txBody>
                  <a:tcPr marL="101600" marR="101600" marT="38100" marB="38100" anchor="ctr">
                    <a:lnL w="9525" cap="flat" cmpd="sng" algn="ctr">
                      <a:solidFill>
                        <a:srgbClr val="CDD6D2"/>
                      </a:solidFill>
                      <a:prstDash val="solid"/>
                      <a:round/>
                      <a:headEnd type="none" w="med" len="med"/>
                      <a:tailEnd type="none" w="med" len="med"/>
                    </a:lnL>
                    <a:lnR w="9525" cap="flat" cmpd="sng" algn="ctr">
                      <a:solidFill>
                        <a:srgbClr val="CDD6D2"/>
                      </a:solidFill>
                      <a:prstDash val="solid"/>
                      <a:round/>
                      <a:headEnd type="none" w="med" len="med"/>
                      <a:tailEnd type="none" w="med" len="med"/>
                    </a:lnR>
                    <a:lnT w="9525" cap="flat" cmpd="sng" algn="ctr">
                      <a:solidFill>
                        <a:srgbClr val="CDD6D2"/>
                      </a:solidFill>
                      <a:prstDash val="solid"/>
                      <a:round/>
                      <a:headEnd type="none" w="med" len="med"/>
                      <a:tailEnd type="none" w="med" len="med"/>
                    </a:lnT>
                    <a:lnB w="9525" cap="flat" cmpd="sng" algn="ctr">
                      <a:solidFill>
                        <a:srgbClr val="CDD6D2"/>
                      </a:solidFill>
                      <a:prstDash val="solid"/>
                      <a:round/>
                      <a:headEnd type="none" w="med" len="med"/>
                      <a:tailEnd type="none" w="med" len="med"/>
                    </a:lnB>
                  </a:tcPr>
                </a:tc>
                <a:tc>
                  <a:txBody>
                    <a:bodyPr/>
                    <a:lstStyle/>
                    <a:p>
                      <a:pPr indent="0" marL="0">
                        <a:buNone/>
                      </a:pPr>
                      <a:r>
                        <a:rPr lang="en-US" sz="1300" dirty="0">
                          <a:solidFill>
                            <a:schemeClr val="accent6"/>
                          </a:solidFill>
                          <a:latin typeface="Malgun Gothic" pitchFamily="34" charset="0"/>
                          <a:ea typeface="Malgun Gothic" pitchFamily="34" charset="-122"/>
                          <a:cs typeface="Malgun Gothic" pitchFamily="34" charset="-120"/>
                        </a:rPr>
                        <a:t>15분 이내</a:t>
                      </a:r>
                      <a:endParaRPr lang="en-US" sz="1300" dirty="0">
                        <a:latin typeface="Malgun Gothic" charset="0"/>
                        <a:ea typeface="Malgun Gothic" charset="0"/>
                        <a:cs typeface="Malgun Gothic" charset="0"/>
                      </a:endParaRPr>
                    </a:p>
                  </a:txBody>
                  <a:tcPr marL="101600" marR="101600" marT="38100" marB="38100" anchor="ctr">
                    <a:lnL w="9525" cap="flat" cmpd="sng" algn="ctr">
                      <a:solidFill>
                        <a:srgbClr val="CDD6D2"/>
                      </a:solidFill>
                      <a:prstDash val="solid"/>
                      <a:round/>
                      <a:headEnd type="none" w="med" len="med"/>
                      <a:tailEnd type="none" w="med" len="med"/>
                    </a:lnL>
                    <a:lnR w="9525" cap="flat" cmpd="sng" algn="ctr">
                      <a:solidFill>
                        <a:srgbClr val="CDD6D2"/>
                      </a:solidFill>
                      <a:prstDash val="solid"/>
                      <a:round/>
                      <a:headEnd type="none" w="med" len="med"/>
                      <a:tailEnd type="none" w="med" len="med"/>
                    </a:lnR>
                    <a:lnT w="9525" cap="flat" cmpd="sng" algn="ctr">
                      <a:solidFill>
                        <a:srgbClr val="CDD6D2"/>
                      </a:solidFill>
                      <a:prstDash val="solid"/>
                      <a:round/>
                      <a:headEnd type="none" w="med" len="med"/>
                      <a:tailEnd type="none" w="med" len="med"/>
                    </a:lnT>
                    <a:lnB w="9525" cap="flat" cmpd="sng" algn="ctr">
                      <a:solidFill>
                        <a:srgbClr val="CDD6D2"/>
                      </a:solidFill>
                      <a:prstDash val="solid"/>
                      <a:round/>
                      <a:headEnd type="none" w="med" len="med"/>
                      <a:tailEnd type="none" w="med" len="med"/>
                    </a:lnB>
                  </a:tcPr>
                </a:tc>
                <a:tc>
                  <a:txBody>
                    <a:bodyPr/>
                    <a:lstStyle/>
                    <a:p>
                      <a:pPr indent="0" marL="0">
                        <a:buNone/>
                      </a:pPr>
                      <a:r>
                        <a:rPr lang="en-US" sz="1300" b="1" dirty="0">
                          <a:solidFill>
                            <a:schemeClr val="accent1"/>
                          </a:solidFill>
                          <a:latin typeface="Malgun Gothic" pitchFamily="34" charset="0"/>
                          <a:ea typeface="Malgun Gothic" pitchFamily="34" charset="-122"/>
                          <a:cs typeface="Malgun Gothic" pitchFamily="34" charset="-120"/>
                        </a:rPr>
                        <a:t>평균 5.1분</a:t>
                      </a:r>
                      <a:endParaRPr lang="en-US" sz="1300" dirty="0">
                        <a:latin typeface="Malgun Gothic" charset="0"/>
                        <a:ea typeface="Malgun Gothic" charset="0"/>
                        <a:cs typeface="Malgun Gothic" charset="0"/>
                      </a:endParaRPr>
                    </a:p>
                  </a:txBody>
                  <a:tcPr marL="101600" marR="101600" marT="38100" marB="38100" anchor="ctr">
                    <a:lnL w="9525" cap="flat" cmpd="sng" algn="ctr">
                      <a:solidFill>
                        <a:srgbClr val="CDD6D2"/>
                      </a:solidFill>
                      <a:prstDash val="solid"/>
                      <a:round/>
                      <a:headEnd type="none" w="med" len="med"/>
                      <a:tailEnd type="none" w="med" len="med"/>
                    </a:lnL>
                    <a:lnR w="9525" cap="flat" cmpd="sng" algn="ctr">
                      <a:solidFill>
                        <a:srgbClr val="CDD6D2"/>
                      </a:solidFill>
                      <a:prstDash val="solid"/>
                      <a:round/>
                      <a:headEnd type="none" w="med" len="med"/>
                      <a:tailEnd type="none" w="med" len="med"/>
                    </a:lnR>
                    <a:lnT w="9525" cap="flat" cmpd="sng" algn="ctr">
                      <a:solidFill>
                        <a:srgbClr val="CDD6D2"/>
                      </a:solidFill>
                      <a:prstDash val="solid"/>
                      <a:round/>
                      <a:headEnd type="none" w="med" len="med"/>
                      <a:tailEnd type="none" w="med" len="med"/>
                    </a:lnT>
                    <a:lnB w="9525" cap="flat" cmpd="sng" algn="ctr">
                      <a:solidFill>
                        <a:srgbClr val="CDD6D2"/>
                      </a:solidFill>
                      <a:prstDash val="solid"/>
                      <a:round/>
                      <a:headEnd type="none" w="med" len="med"/>
                      <a:tailEnd type="none" w="med" len="med"/>
                    </a:lnB>
                  </a:tcPr>
                </a:tc>
              </a:tr>
              <a:tr h="457200">
                <a:tc>
                  <a:txBody>
                    <a:bodyPr/>
                    <a:lstStyle/>
                    <a:p>
                      <a:pPr indent="0" marL="0">
                        <a:buNone/>
                      </a:pPr>
                      <a:r>
                        <a:rPr lang="en-US" sz="1300" b="1" dirty="0">
                          <a:solidFill>
                            <a:schemeClr val="tx1"/>
                          </a:solidFill>
                          <a:latin typeface="Malgun Gothic" pitchFamily="34" charset="0"/>
                          <a:ea typeface="Malgun Gothic" pitchFamily="34" charset="-122"/>
                          <a:cs typeface="Malgun Gothic" pitchFamily="34" charset="-120"/>
                        </a:rPr>
                        <a:t>E2E 해결률</a:t>
                      </a:r>
                      <a:endParaRPr lang="en-US" sz="1300" dirty="0">
                        <a:latin typeface="Malgun Gothic" charset="0"/>
                        <a:ea typeface="Malgun Gothic" charset="0"/>
                        <a:cs typeface="Malgun Gothic" charset="0"/>
                      </a:endParaRPr>
                    </a:p>
                  </a:txBody>
                  <a:tcPr marL="101600" marR="101600" marT="38100" marB="38100" anchor="ctr">
                    <a:lnL w="9525" cap="flat" cmpd="sng" algn="ctr">
                      <a:solidFill>
                        <a:srgbClr val="CDD6D2"/>
                      </a:solidFill>
                      <a:prstDash val="solid"/>
                      <a:round/>
                      <a:headEnd type="none" w="med" len="med"/>
                      <a:tailEnd type="none" w="med" len="med"/>
                    </a:lnL>
                    <a:lnR w="9525" cap="flat" cmpd="sng" algn="ctr">
                      <a:solidFill>
                        <a:srgbClr val="CDD6D2"/>
                      </a:solidFill>
                      <a:prstDash val="solid"/>
                      <a:round/>
                      <a:headEnd type="none" w="med" len="med"/>
                      <a:tailEnd type="none" w="med" len="med"/>
                    </a:lnR>
                    <a:lnT w="9525" cap="flat" cmpd="sng" algn="ctr">
                      <a:solidFill>
                        <a:srgbClr val="CDD6D2"/>
                      </a:solidFill>
                      <a:prstDash val="solid"/>
                      <a:round/>
                      <a:headEnd type="none" w="med" len="med"/>
                      <a:tailEnd type="none" w="med" len="med"/>
                    </a:lnT>
                    <a:lnB w="9525" cap="flat" cmpd="sng" algn="ctr">
                      <a:solidFill>
                        <a:srgbClr val="CDD6D2"/>
                      </a:solidFill>
                      <a:prstDash val="solid"/>
                      <a:round/>
                      <a:headEnd type="none" w="med" len="med"/>
                      <a:tailEnd type="none" w="med" len="med"/>
                    </a:lnB>
                  </a:tcPr>
                </a:tc>
                <a:tc>
                  <a:txBody>
                    <a:bodyPr/>
                    <a:lstStyle/>
                    <a:p>
                      <a:pPr indent="0" marL="0">
                        <a:buNone/>
                      </a:pPr>
                      <a:r>
                        <a:rPr lang="en-US" sz="1300" dirty="0">
                          <a:solidFill>
                            <a:schemeClr val="accent6"/>
                          </a:solidFill>
                          <a:latin typeface="Malgun Gothic" pitchFamily="34" charset="0"/>
                          <a:ea typeface="Malgun Gothic" pitchFamily="34" charset="-122"/>
                          <a:cs typeface="Malgun Gothic" pitchFamily="34" charset="-120"/>
                        </a:rPr>
                        <a:t>60% 이상</a:t>
                      </a:r>
                      <a:endParaRPr lang="en-US" sz="1300" dirty="0">
                        <a:latin typeface="Malgun Gothic" charset="0"/>
                        <a:ea typeface="Malgun Gothic" charset="0"/>
                        <a:cs typeface="Malgun Gothic" charset="0"/>
                      </a:endParaRPr>
                    </a:p>
                  </a:txBody>
                  <a:tcPr marL="101600" marR="101600" marT="38100" marB="38100" anchor="ctr">
                    <a:lnL w="9525" cap="flat" cmpd="sng" algn="ctr">
                      <a:solidFill>
                        <a:srgbClr val="CDD6D2"/>
                      </a:solidFill>
                      <a:prstDash val="solid"/>
                      <a:round/>
                      <a:headEnd type="none" w="med" len="med"/>
                      <a:tailEnd type="none" w="med" len="med"/>
                    </a:lnL>
                    <a:lnR w="9525" cap="flat" cmpd="sng" algn="ctr">
                      <a:solidFill>
                        <a:srgbClr val="CDD6D2"/>
                      </a:solidFill>
                      <a:prstDash val="solid"/>
                      <a:round/>
                      <a:headEnd type="none" w="med" len="med"/>
                      <a:tailEnd type="none" w="med" len="med"/>
                    </a:lnR>
                    <a:lnT w="9525" cap="flat" cmpd="sng" algn="ctr">
                      <a:solidFill>
                        <a:srgbClr val="CDD6D2"/>
                      </a:solidFill>
                      <a:prstDash val="solid"/>
                      <a:round/>
                      <a:headEnd type="none" w="med" len="med"/>
                      <a:tailEnd type="none" w="med" len="med"/>
                    </a:lnT>
                    <a:lnB w="9525" cap="flat" cmpd="sng" algn="ctr">
                      <a:solidFill>
                        <a:srgbClr val="CDD6D2"/>
                      </a:solidFill>
                      <a:prstDash val="solid"/>
                      <a:round/>
                      <a:headEnd type="none" w="med" len="med"/>
                      <a:tailEnd type="none" w="med" len="med"/>
                    </a:lnB>
                  </a:tcPr>
                </a:tc>
                <a:tc>
                  <a:txBody>
                    <a:bodyPr/>
                    <a:lstStyle/>
                    <a:p>
                      <a:pPr indent="0" marL="0">
                        <a:buNone/>
                      </a:pPr>
                      <a:r>
                        <a:rPr lang="en-US" sz="1300" b="1" dirty="0">
                          <a:solidFill>
                            <a:schemeClr val="accent1"/>
                          </a:solidFill>
                          <a:latin typeface="Malgun Gothic" pitchFamily="34" charset="0"/>
                          <a:ea typeface="Malgun Gothic" pitchFamily="34" charset="-122"/>
                          <a:cs typeface="Malgun Gothic" pitchFamily="34" charset="-120"/>
                        </a:rPr>
                        <a:t>19 / 20 (95%)</a:t>
                      </a:r>
                      <a:endParaRPr lang="en-US" sz="1300" dirty="0">
                        <a:latin typeface="Malgun Gothic" charset="0"/>
                        <a:ea typeface="Malgun Gothic" charset="0"/>
                        <a:cs typeface="Malgun Gothic" charset="0"/>
                      </a:endParaRPr>
                    </a:p>
                  </a:txBody>
                  <a:tcPr marL="101600" marR="101600" marT="38100" marB="38100" anchor="ctr">
                    <a:lnL w="9525" cap="flat" cmpd="sng" algn="ctr">
                      <a:solidFill>
                        <a:srgbClr val="CDD6D2"/>
                      </a:solidFill>
                      <a:prstDash val="solid"/>
                      <a:round/>
                      <a:headEnd type="none" w="med" len="med"/>
                      <a:tailEnd type="none" w="med" len="med"/>
                    </a:lnL>
                    <a:lnR w="9525" cap="flat" cmpd="sng" algn="ctr">
                      <a:solidFill>
                        <a:srgbClr val="CDD6D2"/>
                      </a:solidFill>
                      <a:prstDash val="solid"/>
                      <a:round/>
                      <a:headEnd type="none" w="med" len="med"/>
                      <a:tailEnd type="none" w="med" len="med"/>
                    </a:lnR>
                    <a:lnT w="9525" cap="flat" cmpd="sng" algn="ctr">
                      <a:solidFill>
                        <a:srgbClr val="CDD6D2"/>
                      </a:solidFill>
                      <a:prstDash val="solid"/>
                      <a:round/>
                      <a:headEnd type="none" w="med" len="med"/>
                      <a:tailEnd type="none" w="med" len="med"/>
                    </a:lnT>
                    <a:lnB w="9525" cap="flat" cmpd="sng" algn="ctr">
                      <a:solidFill>
                        <a:srgbClr val="CDD6D2"/>
                      </a:solidFill>
                      <a:prstDash val="solid"/>
                      <a:round/>
                      <a:headEnd type="none" w="med" len="med"/>
                      <a:tailEnd type="none" w="med" len="med"/>
                    </a:lnB>
                  </a:tcPr>
                </a:tc>
              </a:tr>
              <a:tr h="457200">
                <a:tc>
                  <a:txBody>
                    <a:bodyPr/>
                    <a:lstStyle/>
                    <a:p>
                      <a:pPr indent="0" marL="0">
                        <a:buNone/>
                      </a:pPr>
                      <a:r>
                        <a:rPr lang="en-US" sz="1300" b="1" dirty="0">
                          <a:solidFill>
                            <a:schemeClr val="tx1"/>
                          </a:solidFill>
                          <a:latin typeface="Malgun Gothic" pitchFamily="34" charset="0"/>
                          <a:ea typeface="Malgun Gothic" pitchFamily="34" charset="-122"/>
                          <a:cs typeface="Malgun Gothic" pitchFamily="34" charset="-120"/>
                        </a:rPr>
                        <a:t>회귀 누출</a:t>
                      </a:r>
                      <a:endParaRPr lang="en-US" sz="1300" dirty="0">
                        <a:latin typeface="Malgun Gothic" charset="0"/>
                        <a:ea typeface="Malgun Gothic" charset="0"/>
                        <a:cs typeface="Malgun Gothic" charset="0"/>
                      </a:endParaRPr>
                    </a:p>
                  </a:txBody>
                  <a:tcPr marL="101600" marR="101600" marT="38100" marB="38100" anchor="ctr">
                    <a:lnL w="9525" cap="flat" cmpd="sng" algn="ctr">
                      <a:solidFill>
                        <a:srgbClr val="CDD6D2"/>
                      </a:solidFill>
                      <a:prstDash val="solid"/>
                      <a:round/>
                      <a:headEnd type="none" w="med" len="med"/>
                      <a:tailEnd type="none" w="med" len="med"/>
                    </a:lnL>
                    <a:lnR w="9525" cap="flat" cmpd="sng" algn="ctr">
                      <a:solidFill>
                        <a:srgbClr val="CDD6D2"/>
                      </a:solidFill>
                      <a:prstDash val="solid"/>
                      <a:round/>
                      <a:headEnd type="none" w="med" len="med"/>
                      <a:tailEnd type="none" w="med" len="med"/>
                    </a:lnR>
                    <a:lnT w="9525" cap="flat" cmpd="sng" algn="ctr">
                      <a:solidFill>
                        <a:srgbClr val="CDD6D2"/>
                      </a:solidFill>
                      <a:prstDash val="solid"/>
                      <a:round/>
                      <a:headEnd type="none" w="med" len="med"/>
                      <a:tailEnd type="none" w="med" len="med"/>
                    </a:lnT>
                    <a:lnB w="9525" cap="flat" cmpd="sng" algn="ctr">
                      <a:solidFill>
                        <a:srgbClr val="CDD6D2"/>
                      </a:solidFill>
                      <a:prstDash val="solid"/>
                      <a:round/>
                      <a:headEnd type="none" w="med" len="med"/>
                      <a:tailEnd type="none" w="med" len="med"/>
                    </a:lnB>
                  </a:tcPr>
                </a:tc>
                <a:tc>
                  <a:txBody>
                    <a:bodyPr/>
                    <a:lstStyle/>
                    <a:p>
                      <a:pPr indent="0" marL="0">
                        <a:buNone/>
                      </a:pPr>
                      <a:r>
                        <a:rPr lang="en-US" sz="1300" dirty="0">
                          <a:solidFill>
                            <a:schemeClr val="accent6"/>
                          </a:solidFill>
                          <a:latin typeface="Malgun Gothic" pitchFamily="34" charset="0"/>
                          <a:ea typeface="Malgun Gothic" pitchFamily="34" charset="-122"/>
                          <a:cs typeface="Malgun Gothic" pitchFamily="34" charset="-120"/>
                        </a:rPr>
                        <a:t>1건 이하</a:t>
                      </a:r>
                      <a:endParaRPr lang="en-US" sz="1300" dirty="0">
                        <a:latin typeface="Malgun Gothic" charset="0"/>
                        <a:ea typeface="Malgun Gothic" charset="0"/>
                        <a:cs typeface="Malgun Gothic" charset="0"/>
                      </a:endParaRPr>
                    </a:p>
                  </a:txBody>
                  <a:tcPr marL="101600" marR="101600" marT="38100" marB="38100" anchor="ctr">
                    <a:lnL w="9525" cap="flat" cmpd="sng" algn="ctr">
                      <a:solidFill>
                        <a:srgbClr val="CDD6D2"/>
                      </a:solidFill>
                      <a:prstDash val="solid"/>
                      <a:round/>
                      <a:headEnd type="none" w="med" len="med"/>
                      <a:tailEnd type="none" w="med" len="med"/>
                    </a:lnL>
                    <a:lnR w="9525" cap="flat" cmpd="sng" algn="ctr">
                      <a:solidFill>
                        <a:srgbClr val="CDD6D2"/>
                      </a:solidFill>
                      <a:prstDash val="solid"/>
                      <a:round/>
                      <a:headEnd type="none" w="med" len="med"/>
                      <a:tailEnd type="none" w="med" len="med"/>
                    </a:lnR>
                    <a:lnT w="9525" cap="flat" cmpd="sng" algn="ctr">
                      <a:solidFill>
                        <a:srgbClr val="CDD6D2"/>
                      </a:solidFill>
                      <a:prstDash val="solid"/>
                      <a:round/>
                      <a:headEnd type="none" w="med" len="med"/>
                      <a:tailEnd type="none" w="med" len="med"/>
                    </a:lnT>
                    <a:lnB w="9525" cap="flat" cmpd="sng" algn="ctr">
                      <a:solidFill>
                        <a:srgbClr val="CDD6D2"/>
                      </a:solidFill>
                      <a:prstDash val="solid"/>
                      <a:round/>
                      <a:headEnd type="none" w="med" len="med"/>
                      <a:tailEnd type="none" w="med" len="med"/>
                    </a:lnB>
                  </a:tcPr>
                </a:tc>
                <a:tc>
                  <a:txBody>
                    <a:bodyPr/>
                    <a:lstStyle/>
                    <a:p>
                      <a:pPr indent="0" marL="0">
                        <a:buNone/>
                      </a:pPr>
                      <a:r>
                        <a:rPr lang="en-US" sz="1300" b="1" dirty="0">
                          <a:solidFill>
                            <a:schemeClr val="accent1"/>
                          </a:solidFill>
                          <a:latin typeface="Malgun Gothic" pitchFamily="34" charset="0"/>
                          <a:ea typeface="Malgun Gothic" pitchFamily="34" charset="-122"/>
                          <a:cs typeface="Malgun Gothic" pitchFamily="34" charset="-120"/>
                        </a:rPr>
                        <a:t>0건</a:t>
                      </a:r>
                      <a:endParaRPr lang="en-US" sz="1300" dirty="0">
                        <a:latin typeface="Malgun Gothic" charset="0"/>
                        <a:ea typeface="Malgun Gothic" charset="0"/>
                        <a:cs typeface="Malgun Gothic" charset="0"/>
                      </a:endParaRPr>
                    </a:p>
                  </a:txBody>
                  <a:tcPr marL="101600" marR="101600" marT="38100" marB="38100" anchor="ctr">
                    <a:lnL w="9525" cap="flat" cmpd="sng" algn="ctr">
                      <a:solidFill>
                        <a:srgbClr val="CDD6D2"/>
                      </a:solidFill>
                      <a:prstDash val="solid"/>
                      <a:round/>
                      <a:headEnd type="none" w="med" len="med"/>
                      <a:tailEnd type="none" w="med" len="med"/>
                    </a:lnL>
                    <a:lnR w="9525" cap="flat" cmpd="sng" algn="ctr">
                      <a:solidFill>
                        <a:srgbClr val="CDD6D2"/>
                      </a:solidFill>
                      <a:prstDash val="solid"/>
                      <a:round/>
                      <a:headEnd type="none" w="med" len="med"/>
                      <a:tailEnd type="none" w="med" len="med"/>
                    </a:lnR>
                    <a:lnT w="9525" cap="flat" cmpd="sng" algn="ctr">
                      <a:solidFill>
                        <a:srgbClr val="CDD6D2"/>
                      </a:solidFill>
                      <a:prstDash val="solid"/>
                      <a:round/>
                      <a:headEnd type="none" w="med" len="med"/>
                      <a:tailEnd type="none" w="med" len="med"/>
                    </a:lnT>
                    <a:lnB w="9525" cap="flat" cmpd="sng" algn="ctr">
                      <a:solidFill>
                        <a:srgbClr val="CDD6D2"/>
                      </a:solidFill>
                      <a:prstDash val="solid"/>
                      <a:round/>
                      <a:headEnd type="none" w="med" len="med"/>
                      <a:tailEnd type="none" w="med" len="med"/>
                    </a:lnB>
                  </a:tcPr>
                </a:tc>
              </a:tr>
              <a:tr h="457200">
                <a:tc>
                  <a:txBody>
                    <a:bodyPr/>
                    <a:lstStyle/>
                    <a:p>
                      <a:pPr indent="0" marL="0">
                        <a:buNone/>
                      </a:pPr>
                      <a:r>
                        <a:rPr lang="en-US" sz="1300" b="1" dirty="0">
                          <a:solidFill>
                            <a:schemeClr val="tx1"/>
                          </a:solidFill>
                          <a:latin typeface="Malgun Gothic" pitchFamily="34" charset="0"/>
                          <a:ea typeface="Malgun Gothic" pitchFamily="34" charset="-122"/>
                          <a:cs typeface="Malgun Gothic" pitchFamily="34" charset="-120"/>
                        </a:rPr>
                        <a:t>공격 탐지율</a:t>
                      </a:r>
                      <a:endParaRPr lang="en-US" sz="1300" dirty="0">
                        <a:latin typeface="Malgun Gothic" charset="0"/>
                        <a:ea typeface="Malgun Gothic" charset="0"/>
                        <a:cs typeface="Malgun Gothic" charset="0"/>
                      </a:endParaRPr>
                    </a:p>
                  </a:txBody>
                  <a:tcPr marL="101600" marR="101600" marT="38100" marB="38100" anchor="ctr">
                    <a:lnL w="9525" cap="flat" cmpd="sng" algn="ctr">
                      <a:solidFill>
                        <a:srgbClr val="CDD6D2"/>
                      </a:solidFill>
                      <a:prstDash val="solid"/>
                      <a:round/>
                      <a:headEnd type="none" w="med" len="med"/>
                      <a:tailEnd type="none" w="med" len="med"/>
                    </a:lnL>
                    <a:lnR w="9525" cap="flat" cmpd="sng" algn="ctr">
                      <a:solidFill>
                        <a:srgbClr val="CDD6D2"/>
                      </a:solidFill>
                      <a:prstDash val="solid"/>
                      <a:round/>
                      <a:headEnd type="none" w="med" len="med"/>
                      <a:tailEnd type="none" w="med" len="med"/>
                    </a:lnR>
                    <a:lnT w="9525" cap="flat" cmpd="sng" algn="ctr">
                      <a:solidFill>
                        <a:srgbClr val="CDD6D2"/>
                      </a:solidFill>
                      <a:prstDash val="solid"/>
                      <a:round/>
                      <a:headEnd type="none" w="med" len="med"/>
                      <a:tailEnd type="none" w="med" len="med"/>
                    </a:lnT>
                    <a:lnB w="9525" cap="flat" cmpd="sng" algn="ctr">
                      <a:solidFill>
                        <a:srgbClr val="CDD6D2"/>
                      </a:solidFill>
                      <a:prstDash val="solid"/>
                      <a:round/>
                      <a:headEnd type="none" w="med" len="med"/>
                      <a:tailEnd type="none" w="med" len="med"/>
                    </a:lnB>
                  </a:tcPr>
                </a:tc>
                <a:tc>
                  <a:txBody>
                    <a:bodyPr/>
                    <a:lstStyle/>
                    <a:p>
                      <a:pPr indent="0" marL="0">
                        <a:buNone/>
                      </a:pPr>
                      <a:r>
                        <a:rPr lang="en-US" sz="1300" dirty="0">
                          <a:solidFill>
                            <a:schemeClr val="accent6"/>
                          </a:solidFill>
                          <a:latin typeface="Malgun Gothic" pitchFamily="34" charset="0"/>
                          <a:ea typeface="Malgun Gothic" pitchFamily="34" charset="-122"/>
                          <a:cs typeface="Malgun Gothic" pitchFamily="34" charset="-120"/>
                        </a:rPr>
                        <a:t>80% 이상</a:t>
                      </a:r>
                      <a:endParaRPr lang="en-US" sz="1300" dirty="0">
                        <a:latin typeface="Malgun Gothic" charset="0"/>
                        <a:ea typeface="Malgun Gothic" charset="0"/>
                        <a:cs typeface="Malgun Gothic" charset="0"/>
                      </a:endParaRPr>
                    </a:p>
                  </a:txBody>
                  <a:tcPr marL="101600" marR="101600" marT="38100" marB="38100" anchor="ctr">
                    <a:lnL w="9525" cap="flat" cmpd="sng" algn="ctr">
                      <a:solidFill>
                        <a:srgbClr val="CDD6D2"/>
                      </a:solidFill>
                      <a:prstDash val="solid"/>
                      <a:round/>
                      <a:headEnd type="none" w="med" len="med"/>
                      <a:tailEnd type="none" w="med" len="med"/>
                    </a:lnL>
                    <a:lnR w="9525" cap="flat" cmpd="sng" algn="ctr">
                      <a:solidFill>
                        <a:srgbClr val="CDD6D2"/>
                      </a:solidFill>
                      <a:prstDash val="solid"/>
                      <a:round/>
                      <a:headEnd type="none" w="med" len="med"/>
                      <a:tailEnd type="none" w="med" len="med"/>
                    </a:lnR>
                    <a:lnT w="9525" cap="flat" cmpd="sng" algn="ctr">
                      <a:solidFill>
                        <a:srgbClr val="CDD6D2"/>
                      </a:solidFill>
                      <a:prstDash val="solid"/>
                      <a:round/>
                      <a:headEnd type="none" w="med" len="med"/>
                      <a:tailEnd type="none" w="med" len="med"/>
                    </a:lnT>
                    <a:lnB w="9525" cap="flat" cmpd="sng" algn="ctr">
                      <a:solidFill>
                        <a:srgbClr val="CDD6D2"/>
                      </a:solidFill>
                      <a:prstDash val="solid"/>
                      <a:round/>
                      <a:headEnd type="none" w="med" len="med"/>
                      <a:tailEnd type="none" w="med" len="med"/>
                    </a:lnB>
                  </a:tcPr>
                </a:tc>
                <a:tc>
                  <a:txBody>
                    <a:bodyPr/>
                    <a:lstStyle/>
                    <a:p>
                      <a:pPr indent="0" marL="0">
                        <a:buNone/>
                      </a:pPr>
                      <a:r>
                        <a:rPr lang="en-US" sz="1300" b="1" dirty="0">
                          <a:solidFill>
                            <a:schemeClr val="accent1"/>
                          </a:solidFill>
                          <a:latin typeface="Malgun Gothic" pitchFamily="34" charset="0"/>
                          <a:ea typeface="Malgun Gothic" pitchFamily="34" charset="-122"/>
                          <a:cs typeface="Malgun Gothic" pitchFamily="34" charset="-120"/>
                        </a:rPr>
                        <a:t>10 / 10</a:t>
                      </a:r>
                      <a:endParaRPr lang="en-US" sz="1300" dirty="0">
                        <a:latin typeface="Malgun Gothic" charset="0"/>
                        <a:ea typeface="Malgun Gothic" charset="0"/>
                        <a:cs typeface="Malgun Gothic" charset="0"/>
                      </a:endParaRPr>
                    </a:p>
                  </a:txBody>
                  <a:tcPr marL="101600" marR="101600" marT="38100" marB="38100" anchor="ctr">
                    <a:lnL w="9525" cap="flat" cmpd="sng" algn="ctr">
                      <a:solidFill>
                        <a:srgbClr val="CDD6D2"/>
                      </a:solidFill>
                      <a:prstDash val="solid"/>
                      <a:round/>
                      <a:headEnd type="none" w="med" len="med"/>
                      <a:tailEnd type="none" w="med" len="med"/>
                    </a:lnL>
                    <a:lnR w="9525" cap="flat" cmpd="sng" algn="ctr">
                      <a:solidFill>
                        <a:srgbClr val="CDD6D2"/>
                      </a:solidFill>
                      <a:prstDash val="solid"/>
                      <a:round/>
                      <a:headEnd type="none" w="med" len="med"/>
                      <a:tailEnd type="none" w="med" len="med"/>
                    </a:lnR>
                    <a:lnT w="9525" cap="flat" cmpd="sng" algn="ctr">
                      <a:solidFill>
                        <a:srgbClr val="CDD6D2"/>
                      </a:solidFill>
                      <a:prstDash val="solid"/>
                      <a:round/>
                      <a:headEnd type="none" w="med" len="med"/>
                      <a:tailEnd type="none" w="med" len="med"/>
                    </a:lnT>
                    <a:lnB w="9525" cap="flat" cmpd="sng" algn="ctr">
                      <a:solidFill>
                        <a:srgbClr val="CDD6D2"/>
                      </a:solidFill>
                      <a:prstDash val="solid"/>
                      <a:round/>
                      <a:headEnd type="none" w="med" len="med"/>
                      <a:tailEnd type="none" w="med" len="med"/>
                    </a:lnB>
                  </a:tcPr>
                </a:tc>
              </a:tr>
              <a:tr h="457200">
                <a:tc>
                  <a:txBody>
                    <a:bodyPr/>
                    <a:lstStyle/>
                    <a:p>
                      <a:pPr indent="0" marL="0">
                        <a:buNone/>
                      </a:pPr>
                      <a:r>
                        <a:rPr lang="en-US" sz="1300" b="1" dirty="0">
                          <a:solidFill>
                            <a:schemeClr val="tx1"/>
                          </a:solidFill>
                          <a:latin typeface="Malgun Gothic" pitchFamily="34" charset="0"/>
                          <a:ea typeface="Malgun Gothic" pitchFamily="34" charset="-122"/>
                          <a:cs typeface="Malgun Gothic" pitchFamily="34" charset="-120"/>
                        </a:rPr>
                        <a:t>근거 인용률</a:t>
                      </a:r>
                      <a:endParaRPr lang="en-US" sz="1300" dirty="0">
                        <a:latin typeface="Malgun Gothic" charset="0"/>
                        <a:ea typeface="Malgun Gothic" charset="0"/>
                        <a:cs typeface="Malgun Gothic" charset="0"/>
                      </a:endParaRPr>
                    </a:p>
                  </a:txBody>
                  <a:tcPr marL="101600" marR="101600" marT="38100" marB="38100" anchor="ctr">
                    <a:lnL w="9525" cap="flat" cmpd="sng" algn="ctr">
                      <a:solidFill>
                        <a:srgbClr val="CDD6D2"/>
                      </a:solidFill>
                      <a:prstDash val="solid"/>
                      <a:round/>
                      <a:headEnd type="none" w="med" len="med"/>
                      <a:tailEnd type="none" w="med" len="med"/>
                    </a:lnL>
                    <a:lnR w="9525" cap="flat" cmpd="sng" algn="ctr">
                      <a:solidFill>
                        <a:srgbClr val="CDD6D2"/>
                      </a:solidFill>
                      <a:prstDash val="solid"/>
                      <a:round/>
                      <a:headEnd type="none" w="med" len="med"/>
                      <a:tailEnd type="none" w="med" len="med"/>
                    </a:lnR>
                    <a:lnT w="9525" cap="flat" cmpd="sng" algn="ctr">
                      <a:solidFill>
                        <a:srgbClr val="CDD6D2"/>
                      </a:solidFill>
                      <a:prstDash val="solid"/>
                      <a:round/>
                      <a:headEnd type="none" w="med" len="med"/>
                      <a:tailEnd type="none" w="med" len="med"/>
                    </a:lnT>
                    <a:lnB w="9525" cap="flat" cmpd="sng" algn="ctr">
                      <a:solidFill>
                        <a:srgbClr val="CDD6D2"/>
                      </a:solidFill>
                      <a:prstDash val="solid"/>
                      <a:round/>
                      <a:headEnd type="none" w="med" len="med"/>
                      <a:tailEnd type="none" w="med" len="med"/>
                    </a:lnB>
                  </a:tcPr>
                </a:tc>
                <a:tc>
                  <a:txBody>
                    <a:bodyPr/>
                    <a:lstStyle/>
                    <a:p>
                      <a:pPr indent="0" marL="0">
                        <a:buNone/>
                      </a:pPr>
                      <a:r>
                        <a:rPr lang="en-US" sz="1300" dirty="0">
                          <a:solidFill>
                            <a:schemeClr val="accent6"/>
                          </a:solidFill>
                          <a:latin typeface="Malgun Gothic" pitchFamily="34" charset="0"/>
                          <a:ea typeface="Malgun Gothic" pitchFamily="34" charset="-122"/>
                          <a:cs typeface="Malgun Gothic" pitchFamily="34" charset="-120"/>
                        </a:rPr>
                        <a:t>80% 이상</a:t>
                      </a:r>
                      <a:endParaRPr lang="en-US" sz="1300" dirty="0">
                        <a:latin typeface="Malgun Gothic" charset="0"/>
                        <a:ea typeface="Malgun Gothic" charset="0"/>
                        <a:cs typeface="Malgun Gothic" charset="0"/>
                      </a:endParaRPr>
                    </a:p>
                  </a:txBody>
                  <a:tcPr marL="101600" marR="101600" marT="38100" marB="38100" anchor="ctr">
                    <a:lnL w="9525" cap="flat" cmpd="sng" algn="ctr">
                      <a:solidFill>
                        <a:srgbClr val="CDD6D2"/>
                      </a:solidFill>
                      <a:prstDash val="solid"/>
                      <a:round/>
                      <a:headEnd type="none" w="med" len="med"/>
                      <a:tailEnd type="none" w="med" len="med"/>
                    </a:lnL>
                    <a:lnR w="9525" cap="flat" cmpd="sng" algn="ctr">
                      <a:solidFill>
                        <a:srgbClr val="CDD6D2"/>
                      </a:solidFill>
                      <a:prstDash val="solid"/>
                      <a:round/>
                      <a:headEnd type="none" w="med" len="med"/>
                      <a:tailEnd type="none" w="med" len="med"/>
                    </a:lnR>
                    <a:lnT w="9525" cap="flat" cmpd="sng" algn="ctr">
                      <a:solidFill>
                        <a:srgbClr val="CDD6D2"/>
                      </a:solidFill>
                      <a:prstDash val="solid"/>
                      <a:round/>
                      <a:headEnd type="none" w="med" len="med"/>
                      <a:tailEnd type="none" w="med" len="med"/>
                    </a:lnT>
                    <a:lnB w="9525" cap="flat" cmpd="sng" algn="ctr">
                      <a:solidFill>
                        <a:srgbClr val="CDD6D2"/>
                      </a:solidFill>
                      <a:prstDash val="solid"/>
                      <a:round/>
                      <a:headEnd type="none" w="med" len="med"/>
                      <a:tailEnd type="none" w="med" len="med"/>
                    </a:lnB>
                  </a:tcPr>
                </a:tc>
                <a:tc>
                  <a:txBody>
                    <a:bodyPr/>
                    <a:lstStyle/>
                    <a:p>
                      <a:pPr indent="0" marL="0">
                        <a:buNone/>
                      </a:pPr>
                      <a:r>
                        <a:rPr lang="en-US" sz="1300" b="1" dirty="0">
                          <a:solidFill>
                            <a:schemeClr val="accent1"/>
                          </a:solidFill>
                          <a:latin typeface="Malgun Gothic" pitchFamily="34" charset="0"/>
                          <a:ea typeface="Malgun Gothic" pitchFamily="34" charset="-122"/>
                          <a:cs typeface="Malgun Gothic" pitchFamily="34" charset="-120"/>
                        </a:rPr>
                        <a:t>100%</a:t>
                      </a:r>
                      <a:endParaRPr lang="en-US" sz="1300" dirty="0">
                        <a:latin typeface="Malgun Gothic" charset="0"/>
                        <a:ea typeface="Malgun Gothic" charset="0"/>
                        <a:cs typeface="Malgun Gothic" charset="0"/>
                      </a:endParaRPr>
                    </a:p>
                  </a:txBody>
                  <a:tcPr marL="101600" marR="101600" marT="38100" marB="38100" anchor="ctr">
                    <a:lnL w="9525" cap="flat" cmpd="sng" algn="ctr">
                      <a:solidFill>
                        <a:srgbClr val="CDD6D2"/>
                      </a:solidFill>
                      <a:prstDash val="solid"/>
                      <a:round/>
                      <a:headEnd type="none" w="med" len="med"/>
                      <a:tailEnd type="none" w="med" len="med"/>
                    </a:lnL>
                    <a:lnR w="9525" cap="flat" cmpd="sng" algn="ctr">
                      <a:solidFill>
                        <a:srgbClr val="CDD6D2"/>
                      </a:solidFill>
                      <a:prstDash val="solid"/>
                      <a:round/>
                      <a:headEnd type="none" w="med" len="med"/>
                      <a:tailEnd type="none" w="med" len="med"/>
                    </a:lnR>
                    <a:lnT w="9525" cap="flat" cmpd="sng" algn="ctr">
                      <a:solidFill>
                        <a:srgbClr val="CDD6D2"/>
                      </a:solidFill>
                      <a:prstDash val="solid"/>
                      <a:round/>
                      <a:headEnd type="none" w="med" len="med"/>
                      <a:tailEnd type="none" w="med" len="med"/>
                    </a:lnT>
                    <a:lnB w="9525" cap="flat" cmpd="sng" algn="ctr">
                      <a:solidFill>
                        <a:srgbClr val="CDD6D2"/>
                      </a:solidFill>
                      <a:prstDash val="solid"/>
                      <a:round/>
                      <a:headEnd type="none" w="med" len="med"/>
                      <a:tailEnd type="none" w="med" len="med"/>
                    </a:lnB>
                  </a:tcPr>
                </a:tc>
              </a:tr>
              <a:tr h="457200">
                <a:tc>
                  <a:txBody>
                    <a:bodyPr/>
                    <a:lstStyle/>
                    <a:p>
                      <a:pPr indent="0" marL="0">
                        <a:buNone/>
                      </a:pPr>
                      <a:r>
                        <a:rPr lang="en-US" sz="1300" b="1" dirty="0">
                          <a:solidFill>
                            <a:schemeClr val="tx1"/>
                          </a:solidFill>
                          <a:latin typeface="Malgun Gothic" pitchFamily="34" charset="0"/>
                          <a:ea typeface="Malgun Gothic" pitchFamily="34" charset="-122"/>
                          <a:cs typeface="Malgun Gothic" pitchFamily="34" charset="-120"/>
                        </a:rPr>
                        <a:t>자동 검증 통과</a:t>
                      </a:r>
                      <a:endParaRPr lang="en-US" sz="1300" dirty="0">
                        <a:latin typeface="Malgun Gothic" charset="0"/>
                        <a:ea typeface="Malgun Gothic" charset="0"/>
                        <a:cs typeface="Malgun Gothic" charset="0"/>
                      </a:endParaRPr>
                    </a:p>
                  </a:txBody>
                  <a:tcPr marL="101600" marR="101600" marT="38100" marB="38100" anchor="ctr">
                    <a:lnL w="9525" cap="flat" cmpd="sng" algn="ctr">
                      <a:solidFill>
                        <a:srgbClr val="CDD6D2"/>
                      </a:solidFill>
                      <a:prstDash val="solid"/>
                      <a:round/>
                      <a:headEnd type="none" w="med" len="med"/>
                      <a:tailEnd type="none" w="med" len="med"/>
                    </a:lnL>
                    <a:lnR w="9525" cap="flat" cmpd="sng" algn="ctr">
                      <a:solidFill>
                        <a:srgbClr val="CDD6D2"/>
                      </a:solidFill>
                      <a:prstDash val="solid"/>
                      <a:round/>
                      <a:headEnd type="none" w="med" len="med"/>
                      <a:tailEnd type="none" w="med" len="med"/>
                    </a:lnR>
                    <a:lnT w="9525" cap="flat" cmpd="sng" algn="ctr">
                      <a:solidFill>
                        <a:srgbClr val="CDD6D2"/>
                      </a:solidFill>
                      <a:prstDash val="solid"/>
                      <a:round/>
                      <a:headEnd type="none" w="med" len="med"/>
                      <a:tailEnd type="none" w="med" len="med"/>
                    </a:lnT>
                    <a:lnB w="9525" cap="flat" cmpd="sng" algn="ctr">
                      <a:solidFill>
                        <a:srgbClr val="CDD6D2"/>
                      </a:solidFill>
                      <a:prstDash val="solid"/>
                      <a:round/>
                      <a:headEnd type="none" w="med" len="med"/>
                      <a:tailEnd type="none" w="med" len="med"/>
                    </a:lnB>
                  </a:tcPr>
                </a:tc>
                <a:tc>
                  <a:txBody>
                    <a:bodyPr/>
                    <a:lstStyle/>
                    <a:p>
                      <a:pPr indent="0" marL="0">
                        <a:buNone/>
                      </a:pPr>
                      <a:r>
                        <a:rPr lang="en-US" sz="1300" dirty="0">
                          <a:solidFill>
                            <a:schemeClr val="accent6"/>
                          </a:solidFill>
                          <a:latin typeface="Malgun Gothic" pitchFamily="34" charset="0"/>
                          <a:ea typeface="Malgun Gothic" pitchFamily="34" charset="-122"/>
                          <a:cs typeface="Malgun Gothic" pitchFamily="34" charset="-120"/>
                        </a:rPr>
                        <a:t>3유형</a:t>
                      </a:r>
                      <a:endParaRPr lang="en-US" sz="1300" dirty="0">
                        <a:latin typeface="Malgun Gothic" charset="0"/>
                        <a:ea typeface="Malgun Gothic" charset="0"/>
                        <a:cs typeface="Malgun Gothic" charset="0"/>
                      </a:endParaRPr>
                    </a:p>
                  </a:txBody>
                  <a:tcPr marL="101600" marR="101600" marT="38100" marB="38100" anchor="ctr">
                    <a:lnL w="9525" cap="flat" cmpd="sng" algn="ctr">
                      <a:solidFill>
                        <a:srgbClr val="CDD6D2"/>
                      </a:solidFill>
                      <a:prstDash val="solid"/>
                      <a:round/>
                      <a:headEnd type="none" w="med" len="med"/>
                      <a:tailEnd type="none" w="med" len="med"/>
                    </a:lnL>
                    <a:lnR w="9525" cap="flat" cmpd="sng" algn="ctr">
                      <a:solidFill>
                        <a:srgbClr val="CDD6D2"/>
                      </a:solidFill>
                      <a:prstDash val="solid"/>
                      <a:round/>
                      <a:headEnd type="none" w="med" len="med"/>
                      <a:tailEnd type="none" w="med" len="med"/>
                    </a:lnR>
                    <a:lnT w="9525" cap="flat" cmpd="sng" algn="ctr">
                      <a:solidFill>
                        <a:srgbClr val="CDD6D2"/>
                      </a:solidFill>
                      <a:prstDash val="solid"/>
                      <a:round/>
                      <a:headEnd type="none" w="med" len="med"/>
                      <a:tailEnd type="none" w="med" len="med"/>
                    </a:lnT>
                    <a:lnB w="9525" cap="flat" cmpd="sng" algn="ctr">
                      <a:solidFill>
                        <a:srgbClr val="CDD6D2"/>
                      </a:solidFill>
                      <a:prstDash val="solid"/>
                      <a:round/>
                      <a:headEnd type="none" w="med" len="med"/>
                      <a:tailEnd type="none" w="med" len="med"/>
                    </a:lnB>
                  </a:tcPr>
                </a:tc>
                <a:tc>
                  <a:txBody>
                    <a:bodyPr/>
                    <a:lstStyle/>
                    <a:p>
                      <a:pPr indent="0" marL="0">
                        <a:buNone/>
                      </a:pPr>
                      <a:r>
                        <a:rPr lang="en-US" sz="1300" b="1" dirty="0">
                          <a:solidFill>
                            <a:schemeClr val="accent1"/>
                          </a:solidFill>
                          <a:latin typeface="Malgun Gothic" pitchFamily="34" charset="0"/>
                          <a:ea typeface="Malgun Gothic" pitchFamily="34" charset="-122"/>
                          <a:cs typeface="Malgun Gothic" pitchFamily="34" charset="-120"/>
                        </a:rPr>
                        <a:t>3 / 3</a:t>
                      </a:r>
                      <a:endParaRPr lang="en-US" sz="1300" dirty="0">
                        <a:latin typeface="Malgun Gothic" charset="0"/>
                        <a:ea typeface="Malgun Gothic" charset="0"/>
                        <a:cs typeface="Malgun Gothic" charset="0"/>
                      </a:endParaRPr>
                    </a:p>
                  </a:txBody>
                  <a:tcPr marL="101600" marR="101600" marT="38100" marB="38100" anchor="ctr">
                    <a:lnL w="9525" cap="flat" cmpd="sng" algn="ctr">
                      <a:solidFill>
                        <a:srgbClr val="CDD6D2"/>
                      </a:solidFill>
                      <a:prstDash val="solid"/>
                      <a:round/>
                      <a:headEnd type="none" w="med" len="med"/>
                      <a:tailEnd type="none" w="med" len="med"/>
                    </a:lnL>
                    <a:lnR w="9525" cap="flat" cmpd="sng" algn="ctr">
                      <a:solidFill>
                        <a:srgbClr val="CDD6D2"/>
                      </a:solidFill>
                      <a:prstDash val="solid"/>
                      <a:round/>
                      <a:headEnd type="none" w="med" len="med"/>
                      <a:tailEnd type="none" w="med" len="med"/>
                    </a:lnR>
                    <a:lnT w="9525" cap="flat" cmpd="sng" algn="ctr">
                      <a:solidFill>
                        <a:srgbClr val="CDD6D2"/>
                      </a:solidFill>
                      <a:prstDash val="solid"/>
                      <a:round/>
                      <a:headEnd type="none" w="med" len="med"/>
                      <a:tailEnd type="none" w="med" len="med"/>
                    </a:lnT>
                    <a:lnB w="9525" cap="flat" cmpd="sng" algn="ctr">
                      <a:solidFill>
                        <a:srgbClr val="CDD6D2"/>
                      </a:solidFill>
                      <a:prstDash val="solid"/>
                      <a:round/>
                      <a:headEnd type="none" w="med" len="med"/>
                      <a:tailEnd type="none" w="med" len="med"/>
                    </a:lnB>
                  </a:tcPr>
                </a:tc>
              </a:tr>
              <a:tr h="457200">
                <a:tc>
                  <a:txBody>
                    <a:bodyPr/>
                    <a:lstStyle/>
                    <a:p>
                      <a:pPr indent="0" marL="0">
                        <a:buNone/>
                      </a:pPr>
                      <a:r>
                        <a:rPr lang="en-US" sz="1300" b="1" dirty="0">
                          <a:solidFill>
                            <a:schemeClr val="tx1"/>
                          </a:solidFill>
                          <a:latin typeface="Malgun Gothic" pitchFamily="34" charset="0"/>
                          <a:ea typeface="Malgun Gothic" pitchFamily="34" charset="-122"/>
                          <a:cs typeface="Malgun Gothic" pitchFamily="34" charset="-120"/>
                        </a:rPr>
                        <a:t>결함 위치 Top-3</a:t>
                      </a:r>
                      <a:endParaRPr lang="en-US" sz="1300" dirty="0">
                        <a:latin typeface="Malgun Gothic" charset="0"/>
                        <a:ea typeface="Malgun Gothic" charset="0"/>
                        <a:cs typeface="Malgun Gothic" charset="0"/>
                      </a:endParaRPr>
                    </a:p>
                  </a:txBody>
                  <a:tcPr marL="101600" marR="101600" marT="38100" marB="38100" anchor="ctr">
                    <a:lnL w="9525" cap="flat" cmpd="sng" algn="ctr">
                      <a:solidFill>
                        <a:srgbClr val="CDD6D2"/>
                      </a:solidFill>
                      <a:prstDash val="solid"/>
                      <a:round/>
                      <a:headEnd type="none" w="med" len="med"/>
                      <a:tailEnd type="none" w="med" len="med"/>
                    </a:lnL>
                    <a:lnR w="9525" cap="flat" cmpd="sng" algn="ctr">
                      <a:solidFill>
                        <a:srgbClr val="CDD6D2"/>
                      </a:solidFill>
                      <a:prstDash val="solid"/>
                      <a:round/>
                      <a:headEnd type="none" w="med" len="med"/>
                      <a:tailEnd type="none" w="med" len="med"/>
                    </a:lnR>
                    <a:lnT w="9525" cap="flat" cmpd="sng" algn="ctr">
                      <a:solidFill>
                        <a:srgbClr val="CDD6D2"/>
                      </a:solidFill>
                      <a:prstDash val="solid"/>
                      <a:round/>
                      <a:headEnd type="none" w="med" len="med"/>
                      <a:tailEnd type="none" w="med" len="med"/>
                    </a:lnT>
                    <a:lnB w="9525" cap="flat" cmpd="sng" algn="ctr">
                      <a:solidFill>
                        <a:srgbClr val="CDD6D2"/>
                      </a:solidFill>
                      <a:prstDash val="solid"/>
                      <a:round/>
                      <a:headEnd type="none" w="med" len="med"/>
                      <a:tailEnd type="none" w="med" len="med"/>
                    </a:lnB>
                  </a:tcPr>
                </a:tc>
                <a:tc>
                  <a:txBody>
                    <a:bodyPr/>
                    <a:lstStyle/>
                    <a:p>
                      <a:pPr indent="0" marL="0">
                        <a:buNone/>
                      </a:pPr>
                      <a:r>
                        <a:rPr lang="en-US" sz="1300" dirty="0">
                          <a:solidFill>
                            <a:schemeClr val="accent6"/>
                          </a:solidFill>
                          <a:latin typeface="Malgun Gothic" pitchFamily="34" charset="0"/>
                          <a:ea typeface="Malgun Gothic" pitchFamily="34" charset="-122"/>
                          <a:cs typeface="Malgun Gothic" pitchFamily="34" charset="-120"/>
                        </a:rPr>
                        <a:t>0.80 이상</a:t>
                      </a:r>
                      <a:endParaRPr lang="en-US" sz="1300" dirty="0">
                        <a:latin typeface="Malgun Gothic" charset="0"/>
                        <a:ea typeface="Malgun Gothic" charset="0"/>
                        <a:cs typeface="Malgun Gothic" charset="0"/>
                      </a:endParaRPr>
                    </a:p>
                  </a:txBody>
                  <a:tcPr marL="101600" marR="101600" marT="38100" marB="38100" anchor="ctr">
                    <a:lnL w="9525" cap="flat" cmpd="sng" algn="ctr">
                      <a:solidFill>
                        <a:srgbClr val="CDD6D2"/>
                      </a:solidFill>
                      <a:prstDash val="solid"/>
                      <a:round/>
                      <a:headEnd type="none" w="med" len="med"/>
                      <a:tailEnd type="none" w="med" len="med"/>
                    </a:lnL>
                    <a:lnR w="9525" cap="flat" cmpd="sng" algn="ctr">
                      <a:solidFill>
                        <a:srgbClr val="CDD6D2"/>
                      </a:solidFill>
                      <a:prstDash val="solid"/>
                      <a:round/>
                      <a:headEnd type="none" w="med" len="med"/>
                      <a:tailEnd type="none" w="med" len="med"/>
                    </a:lnR>
                    <a:lnT w="9525" cap="flat" cmpd="sng" algn="ctr">
                      <a:solidFill>
                        <a:srgbClr val="CDD6D2"/>
                      </a:solidFill>
                      <a:prstDash val="solid"/>
                      <a:round/>
                      <a:headEnd type="none" w="med" len="med"/>
                      <a:tailEnd type="none" w="med" len="med"/>
                    </a:lnT>
                    <a:lnB w="9525" cap="flat" cmpd="sng" algn="ctr">
                      <a:solidFill>
                        <a:srgbClr val="CDD6D2"/>
                      </a:solidFill>
                      <a:prstDash val="solid"/>
                      <a:round/>
                      <a:headEnd type="none" w="med" len="med"/>
                      <a:tailEnd type="none" w="med" len="med"/>
                    </a:lnB>
                  </a:tcPr>
                </a:tc>
                <a:tc>
                  <a:txBody>
                    <a:bodyPr/>
                    <a:lstStyle/>
                    <a:p>
                      <a:pPr indent="0" marL="0">
                        <a:buNone/>
                      </a:pPr>
                      <a:r>
                        <a:rPr lang="en-US" sz="1300" b="1" dirty="0">
                          <a:solidFill>
                            <a:schemeClr val="accent1"/>
                          </a:solidFill>
                          <a:latin typeface="Malgun Gothic" pitchFamily="34" charset="0"/>
                          <a:ea typeface="Malgun Gothic" pitchFamily="34" charset="-122"/>
                          <a:cs typeface="Malgun Gothic" pitchFamily="34" charset="-120"/>
                        </a:rPr>
                        <a:t>0.803</a:t>
                      </a:r>
                      <a:endParaRPr lang="en-US" sz="1300" dirty="0">
                        <a:latin typeface="Malgun Gothic" charset="0"/>
                        <a:ea typeface="Malgun Gothic" charset="0"/>
                        <a:cs typeface="Malgun Gothic" charset="0"/>
                      </a:endParaRPr>
                    </a:p>
                  </a:txBody>
                  <a:tcPr marL="101600" marR="101600" marT="38100" marB="38100" anchor="ctr">
                    <a:lnL w="9525" cap="flat" cmpd="sng" algn="ctr">
                      <a:solidFill>
                        <a:srgbClr val="CDD6D2"/>
                      </a:solidFill>
                      <a:prstDash val="solid"/>
                      <a:round/>
                      <a:headEnd type="none" w="med" len="med"/>
                      <a:tailEnd type="none" w="med" len="med"/>
                    </a:lnL>
                    <a:lnR w="9525" cap="flat" cmpd="sng" algn="ctr">
                      <a:solidFill>
                        <a:srgbClr val="CDD6D2"/>
                      </a:solidFill>
                      <a:prstDash val="solid"/>
                      <a:round/>
                      <a:headEnd type="none" w="med" len="med"/>
                      <a:tailEnd type="none" w="med" len="med"/>
                    </a:lnR>
                    <a:lnT w="9525" cap="flat" cmpd="sng" algn="ctr">
                      <a:solidFill>
                        <a:srgbClr val="CDD6D2"/>
                      </a:solidFill>
                      <a:prstDash val="solid"/>
                      <a:round/>
                      <a:headEnd type="none" w="med" len="med"/>
                      <a:tailEnd type="none" w="med" len="med"/>
                    </a:lnT>
                    <a:lnB w="9525" cap="flat" cmpd="sng" algn="ctr">
                      <a:solidFill>
                        <a:srgbClr val="CDD6D2"/>
                      </a:solidFill>
                      <a:prstDash val="solid"/>
                      <a:round/>
                      <a:headEnd type="none" w="med" len="med"/>
                      <a:tailEnd type="none" w="med" len="med"/>
                    </a:lnB>
                  </a:tcPr>
                </a:tc>
              </a:tr>
              <a:tr h="457200">
                <a:tc>
                  <a:txBody>
                    <a:bodyPr/>
                    <a:lstStyle/>
                    <a:p>
                      <a:pPr indent="0" marL="0">
                        <a:buNone/>
                      </a:pPr>
                      <a:r>
                        <a:rPr lang="en-US" sz="1300" b="1" dirty="0">
                          <a:solidFill>
                            <a:schemeClr val="tx1"/>
                          </a:solidFill>
                          <a:latin typeface="Malgun Gothic" pitchFamily="34" charset="0"/>
                          <a:ea typeface="Malgun Gothic" pitchFamily="34" charset="-122"/>
                          <a:cs typeface="Malgun Gothic" pitchFamily="34" charset="-120"/>
                        </a:rPr>
                        <a:t>예측 도구 기여</a:t>
                      </a:r>
                      <a:endParaRPr lang="en-US" sz="1300" dirty="0">
                        <a:latin typeface="Malgun Gothic" charset="0"/>
                        <a:ea typeface="Malgun Gothic" charset="0"/>
                        <a:cs typeface="Malgun Gothic" charset="0"/>
                      </a:endParaRPr>
                    </a:p>
                  </a:txBody>
                  <a:tcPr marL="101600" marR="101600" marT="38100" marB="38100" anchor="ctr">
                    <a:lnL w="9525" cap="flat" cmpd="sng" algn="ctr">
                      <a:solidFill>
                        <a:srgbClr val="CDD6D2"/>
                      </a:solidFill>
                      <a:prstDash val="solid"/>
                      <a:round/>
                      <a:headEnd type="none" w="med" len="med"/>
                      <a:tailEnd type="none" w="med" len="med"/>
                    </a:lnL>
                    <a:lnR w="9525" cap="flat" cmpd="sng" algn="ctr">
                      <a:solidFill>
                        <a:srgbClr val="CDD6D2"/>
                      </a:solidFill>
                      <a:prstDash val="solid"/>
                      <a:round/>
                      <a:headEnd type="none" w="med" len="med"/>
                      <a:tailEnd type="none" w="med" len="med"/>
                    </a:lnR>
                    <a:lnT w="9525" cap="flat" cmpd="sng" algn="ctr">
                      <a:solidFill>
                        <a:srgbClr val="CDD6D2"/>
                      </a:solidFill>
                      <a:prstDash val="solid"/>
                      <a:round/>
                      <a:headEnd type="none" w="med" len="med"/>
                      <a:tailEnd type="none" w="med" len="med"/>
                    </a:lnT>
                    <a:lnB w="9525" cap="flat" cmpd="sng" algn="ctr">
                      <a:solidFill>
                        <a:srgbClr val="CDD6D2"/>
                      </a:solidFill>
                      <a:prstDash val="solid"/>
                      <a:round/>
                      <a:headEnd type="none" w="med" len="med"/>
                      <a:tailEnd type="none" w="med" len="med"/>
                    </a:lnB>
                  </a:tcPr>
                </a:tc>
                <a:tc>
                  <a:txBody>
                    <a:bodyPr/>
                    <a:lstStyle/>
                    <a:p>
                      <a:pPr indent="0" marL="0">
                        <a:buNone/>
                      </a:pPr>
                      <a:r>
                        <a:rPr lang="en-US" sz="1300" dirty="0">
                          <a:solidFill>
                            <a:schemeClr val="accent6"/>
                          </a:solidFill>
                          <a:latin typeface="Malgun Gothic" pitchFamily="34" charset="0"/>
                          <a:ea typeface="Malgun Gothic" pitchFamily="34" charset="-122"/>
                          <a:cs typeface="Malgun Gothic" pitchFamily="34" charset="-120"/>
                        </a:rPr>
                        <a:t>해결률 향상</a:t>
                      </a:r>
                      <a:endParaRPr lang="en-US" sz="1300" dirty="0">
                        <a:latin typeface="Malgun Gothic" charset="0"/>
                        <a:ea typeface="Malgun Gothic" charset="0"/>
                        <a:cs typeface="Malgun Gothic" charset="0"/>
                      </a:endParaRPr>
                    </a:p>
                  </a:txBody>
                  <a:tcPr marL="101600" marR="101600" marT="38100" marB="38100" anchor="ctr">
                    <a:lnL w="9525" cap="flat" cmpd="sng" algn="ctr">
                      <a:solidFill>
                        <a:srgbClr val="CDD6D2"/>
                      </a:solidFill>
                      <a:prstDash val="solid"/>
                      <a:round/>
                      <a:headEnd type="none" w="med" len="med"/>
                      <a:tailEnd type="none" w="med" len="med"/>
                    </a:lnL>
                    <a:lnR w="9525" cap="flat" cmpd="sng" algn="ctr">
                      <a:solidFill>
                        <a:srgbClr val="CDD6D2"/>
                      </a:solidFill>
                      <a:prstDash val="solid"/>
                      <a:round/>
                      <a:headEnd type="none" w="med" len="med"/>
                      <a:tailEnd type="none" w="med" len="med"/>
                    </a:lnR>
                    <a:lnT w="9525" cap="flat" cmpd="sng" algn="ctr">
                      <a:solidFill>
                        <a:srgbClr val="CDD6D2"/>
                      </a:solidFill>
                      <a:prstDash val="solid"/>
                      <a:round/>
                      <a:headEnd type="none" w="med" len="med"/>
                      <a:tailEnd type="none" w="med" len="med"/>
                    </a:lnT>
                    <a:lnB w="9525" cap="flat" cmpd="sng" algn="ctr">
                      <a:solidFill>
                        <a:srgbClr val="CDD6D2"/>
                      </a:solidFill>
                      <a:prstDash val="solid"/>
                      <a:round/>
                      <a:headEnd type="none" w="med" len="med"/>
                      <a:tailEnd type="none" w="med" len="med"/>
                    </a:lnB>
                  </a:tcPr>
                </a:tc>
                <a:tc>
                  <a:txBody>
                    <a:bodyPr/>
                    <a:lstStyle/>
                    <a:p>
                      <a:pPr indent="0" marL="0">
                        <a:buNone/>
                      </a:pPr>
                      <a:r>
                        <a:rPr lang="en-US" sz="1300" b="1" dirty="0">
                          <a:solidFill>
                            <a:schemeClr val="accent1"/>
                          </a:solidFill>
                          <a:latin typeface="Malgun Gothic" pitchFamily="34" charset="0"/>
                          <a:ea typeface="Malgun Gothic" pitchFamily="34" charset="-122"/>
                          <a:cs typeface="Malgun Gothic" pitchFamily="34" charset="-120"/>
                        </a:rPr>
                        <a:t>+5%p (95% vs 90%)</a:t>
                      </a:r>
                      <a:endParaRPr lang="en-US" sz="1300" dirty="0">
                        <a:latin typeface="Malgun Gothic" charset="0"/>
                        <a:ea typeface="Malgun Gothic" charset="0"/>
                        <a:cs typeface="Malgun Gothic" charset="0"/>
                      </a:endParaRPr>
                    </a:p>
                  </a:txBody>
                  <a:tcPr marL="101600" marR="101600" marT="38100" marB="38100" anchor="ctr">
                    <a:lnL w="9525" cap="flat" cmpd="sng" algn="ctr">
                      <a:solidFill>
                        <a:srgbClr val="CDD6D2"/>
                      </a:solidFill>
                      <a:prstDash val="solid"/>
                      <a:round/>
                      <a:headEnd type="none" w="med" len="med"/>
                      <a:tailEnd type="none" w="med" len="med"/>
                    </a:lnL>
                    <a:lnR w="9525" cap="flat" cmpd="sng" algn="ctr">
                      <a:solidFill>
                        <a:srgbClr val="CDD6D2"/>
                      </a:solidFill>
                      <a:prstDash val="solid"/>
                      <a:round/>
                      <a:headEnd type="none" w="med" len="med"/>
                      <a:tailEnd type="none" w="med" len="med"/>
                    </a:lnR>
                    <a:lnT w="9525" cap="flat" cmpd="sng" algn="ctr">
                      <a:solidFill>
                        <a:srgbClr val="CDD6D2"/>
                      </a:solidFill>
                      <a:prstDash val="solid"/>
                      <a:round/>
                      <a:headEnd type="none" w="med" len="med"/>
                      <a:tailEnd type="none" w="med" len="med"/>
                    </a:lnT>
                    <a:lnB w="9525" cap="flat" cmpd="sng" algn="ctr">
                      <a:solidFill>
                        <a:srgbClr val="CDD6D2"/>
                      </a:solidFill>
                      <a:prstDash val="solid"/>
                      <a:round/>
                      <a:headEnd type="none" w="med" len="med"/>
                      <a:tailEnd type="none" w="med" len="med"/>
                    </a:lnB>
                  </a:tcPr>
                </a:tc>
              </a:tr>
            </a:tbl>
          </a:graphicData>
        </a:graphic>
      </p:graphicFrame>
      <p:sp>
        <p:nvSpPr>
          <p:cNvPr id="5" name="Text 2"/>
          <p:cNvSpPr txBox="1"/>
          <p:nvPr/>
        </p:nvSpPr>
        <p:spPr>
          <a:xfrm>
            <a:off x="548640" y="5852160"/>
            <a:ext cx="5852160" cy="274320"/>
          </a:xfrm>
          <a:prstGeom prst="rect">
            <a:avLst/>
          </a:prstGeom>
          <a:noFill/>
          <a:ln/>
        </p:spPr>
        <p:txBody>
          <a:bodyPr wrap="square" lIns="0" tIns="0" rIns="0" bIns="0" rtlCol="0" anchor="t"/>
          <a:lstStyle/>
          <a:p>
            <a:pPr indent="0" marL="0">
              <a:buNone/>
            </a:pPr>
            <a:r>
              <a:rPr lang="ko-KR" altLang="en-US" sz="1100" dirty="0">
                <a:solidFill>
                  <a:schemeClr val="accent6"/>
                </a:solidFill>
              </a:rPr>
              <a:t>E2E·누출: 학습·이력에 없는 홀드아웃 결함 20건, 숨긴 테스트로 재확인</a:t>
            </a:r>
            <a:endParaRPr lang="ko-KR" sz="1100" dirty="0"/>
          </a:p>
        </p:txBody>
      </p:sp>
      <p:sp>
        <p:nvSpPr>
          <p:cNvPr id="6" name="Shape 3"/>
          <p:cNvSpPr/>
          <p:nvPr/>
        </p:nvSpPr>
        <p:spPr>
          <a:xfrm>
            <a:off x="6720840" y="1600200"/>
            <a:ext cx="4919472" cy="2697480"/>
          </a:xfrm>
          <a:prstGeom prst="roundRect">
            <a:avLst>
              <a:gd name="adj" fmla="val 2712"/>
            </a:avLst>
          </a:prstGeom>
          <a:solidFill>
            <a:schemeClr val="bg2"/>
          </a:solidFill>
          <a:ln/>
        </p:spPr>
      </p:sp>
      <p:sp>
        <p:nvSpPr>
          <p:cNvPr id="7" name="Text 4"/>
          <p:cNvSpPr txBox="1"/>
          <p:nvPr/>
        </p:nvSpPr>
        <p:spPr>
          <a:xfrm>
            <a:off x="6949440" y="1600200"/>
            <a:ext cx="4526280" cy="2697480"/>
          </a:xfrm>
          <a:prstGeom prst="rect">
            <a:avLst/>
          </a:prstGeom>
          <a:noFill/>
          <a:ln/>
        </p:spPr>
        <p:txBody>
          <a:bodyPr wrap="square" lIns="0" tIns="0" rIns="0" bIns="0" rtlCol="0" anchor="ctr"/>
          <a:lstStyle/>
          <a:p>
            <a:pPr indent="0" marL="0">
              <a:spcAft>
                <a:spcPts val="600"/>
              </a:spcAft>
              <a:buNone/>
            </a:pPr>
            <a:r>
              <a:rPr lang="ko-KR" altLang="en-US" sz="1500" b="1" dirty="0">
                <a:solidFill>
                  <a:schemeClr val="accent1"/>
                </a:solidFill>
              </a:rPr>
              <a:t>실제 현업에 도입하려면</a:t>
            </a:r>
            <a:endParaRPr lang="ko-KR" sz="1300" dirty="0"/>
          </a:p>
          <a:p>
            <a:pPr marL="177800" indent="-177800">
              <a:spcAft>
                <a:spcPts val="600"/>
              </a:spcAft>
              <a:buSzPct val="100000"/>
              <a:buChar char="•"/>
            </a:pPr>
            <a:r>
              <a:rPr lang="ko-KR" altLang="en-US" sz="1300" dirty="0">
                <a:solidFill>
                  <a:schemeClr val="tx1"/>
                </a:solidFill>
              </a:rPr>
              <a:t>대상 코드·사내 규칙·장애 이력을 그 회사 것으로 바꾸고 모델 재학습</a:t>
            </a:r>
            <a:endParaRPr lang="ko-KR" sz="1300" dirty="0"/>
          </a:p>
          <a:p>
            <a:pPr marL="177800" indent="-177800">
              <a:spcAft>
                <a:spcPts val="600"/>
              </a:spcAft>
              <a:buSzPct val="100000"/>
              <a:buChar char="•"/>
            </a:pPr>
            <a:r>
              <a:rPr lang="ko-KR" altLang="en-US" sz="1300" dirty="0">
                <a:solidFill>
                  <a:schemeClr val="tx1"/>
                </a:solidFill>
              </a:rPr>
              <a:t>실제 티켓은 정답 구현이 없어 일부 조건 미평가 → 승인 전 직접 확인</a:t>
            </a:r>
            <a:endParaRPr lang="ko-KR" sz="1300" dirty="0"/>
          </a:p>
          <a:p>
            <a:pPr marL="177800" indent="-177800">
              <a:spcAft>
                <a:spcPts val="600"/>
              </a:spcAft>
              <a:buSzPct val="100000"/>
              <a:buChar char="•"/>
            </a:pPr>
            <a:r>
              <a:rPr lang="ko-KR" altLang="en-US" sz="1300" dirty="0">
                <a:solidFill>
                  <a:schemeClr val="tx1"/>
                </a:solidFill>
              </a:rPr>
              <a:t>공통 함수·여러 파일에 걸친 수정은 아직 약함 (케이스 C)</a:t>
            </a:r>
            <a:endParaRPr lang="ko-KR" sz="1300" dirty="0"/>
          </a:p>
          <a:p>
            <a:pPr marL="177800" indent="-177800">
              <a:spcAft>
                <a:spcPts val="600"/>
              </a:spcAft>
              <a:buSzPct val="100000"/>
              <a:buChar char="•"/>
            </a:pPr>
            <a:r>
              <a:rPr lang="ko-KR" altLang="en-US" sz="1300" dirty="0">
                <a:solidFill>
                  <a:schemeClr val="tx1"/>
                </a:solidFill>
              </a:rPr>
              <a:t>가상 데이터로 검증했으므로 실제 티켓으로 재검증 필요</a:t>
            </a:r>
            <a:endParaRPr lang="ko-KR" sz="1300" dirty="0"/>
          </a:p>
        </p:txBody>
      </p:sp>
      <p:sp>
        <p:nvSpPr>
          <p:cNvPr id="8" name="Shape 5"/>
          <p:cNvSpPr/>
          <p:nvPr/>
        </p:nvSpPr>
        <p:spPr>
          <a:xfrm>
            <a:off x="6720840" y="4480560"/>
            <a:ext cx="4919472" cy="1645920"/>
          </a:xfrm>
          <a:prstGeom prst="roundRect">
            <a:avLst>
              <a:gd name="adj" fmla="val 4444"/>
            </a:avLst>
          </a:prstGeom>
          <a:solidFill>
            <a:schemeClr val="tx2"/>
          </a:solidFill>
          <a:ln/>
        </p:spPr>
      </p:sp>
      <p:sp>
        <p:nvSpPr>
          <p:cNvPr id="9" name="Text 6"/>
          <p:cNvSpPr txBox="1"/>
          <p:nvPr/>
        </p:nvSpPr>
        <p:spPr>
          <a:xfrm>
            <a:off x="6949440" y="4480560"/>
            <a:ext cx="4526280" cy="1645920"/>
          </a:xfrm>
          <a:prstGeom prst="rect">
            <a:avLst/>
          </a:prstGeom>
          <a:noFill/>
          <a:ln/>
        </p:spPr>
        <p:txBody>
          <a:bodyPr wrap="square" lIns="0" tIns="0" rIns="0" bIns="0" rtlCol="0" anchor="ctr"/>
          <a:lstStyle/>
          <a:p>
            <a:pPr indent="0" marL="0">
              <a:spcAft>
                <a:spcPts val="400"/>
              </a:spcAft>
              <a:buNone/>
            </a:pPr>
            <a:r>
              <a:rPr lang="ko-KR" altLang="en-US" sz="1300" b="1" dirty="0">
                <a:solidFill>
                  <a:schemeClr val="accent5"/>
                </a:solidFill>
              </a:rPr>
              <a:t>정리</a:t>
            </a:r>
            <a:endParaRPr lang="ko-KR" sz="1400" dirty="0"/>
          </a:p>
          <a:p>
            <a:pPr indent="0" marL="0">
              <a:spcAft>
                <a:spcPts val="400"/>
              </a:spcAft>
              <a:buNone/>
            </a:pPr>
            <a:r>
              <a:rPr lang="ko-KR" altLang="en-US" sz="1700" b="1" dirty="0">
                <a:solidFill>
                  <a:schemeClr val="bg1"/>
                </a:solidFill>
              </a:rPr>
              <a:t>RedFix는 담당자를 대신하지 않는다.</a:t>
            </a:r>
            <a:endParaRPr lang="ko-KR" sz="1400" dirty="0"/>
          </a:p>
          <a:p>
            <a:pPr indent="0" marL="0">
              <a:spcAft>
                <a:spcPts val="400"/>
              </a:spcAft>
              <a:buNone/>
            </a:pPr>
            <a:r>
              <a:rPr lang="ko-KR" altLang="en-US" sz="1500" dirty="0">
                <a:solidFill>
                  <a:schemeClr val="bg1"/>
                </a:solidFill>
              </a:rPr>
              <a:t>근거와 검증 결과로, 담당자가 빠르고 안전하게 결정하게 돕는다.</a:t>
            </a:r>
            <a:endParaRPr lang="ko-KR" sz="1400" dirty="0"/>
          </a:p>
        </p:txBody>
      </p:sp>
      <p:sp>
        <p:nvSpPr>
          <p:cNvPr id="25" name="Slide Number Placeholder 0"/>
          <p:cNvSpPr>
            <a:spLocks noGrp="1"/>
          </p:cNvSpPr>
          <p:nvPr>
            <p:ph type="sldNum" sz="quarter" idx="4294967295"/>
          </p:nvPr>
        </p:nvSpPr>
        <p:spPr>
          <a:xfrm>
            <a:off x="10972800" y="6400800"/>
            <a:ext cx="66751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8</a:t>
            </a:fld>
            <a:endParaRPr lang="en-US"/>
          </a:p>
        </p:txBody>
      </p:sp>
    </p:spTree>
  </p:cSld>
  <p:clrMapOvr>
    <a:masterClrMapping/>
  </p:clrMapOvr>
</p:sld>
</file>

<file path=ppt/theme/theme1.xml><?xml version="1.0" encoding="utf-8"?>
<a:theme xmlns:a="http://schemas.openxmlformats.org/drawingml/2006/main" name="RedFix">
  <a:themeElements>
    <a:clrScheme name="RedFix">
      <a:dk1>
        <a:srgbClr val="16201C"/>
      </a:dk1>
      <a:lt1>
        <a:srgbClr val="FFFFFF"/>
      </a:lt1>
      <a:dk2>
        <a:srgbClr val="0F2A26"/>
      </a:dk2>
      <a:lt2>
        <a:srgbClr val="ECF0EE"/>
      </a:lt2>
      <a:accent1>
        <a:srgbClr val="0D6B60"/>
      </a:accent1>
      <a:accent2>
        <a:srgbClr val="6A3D9E"/>
      </a:accent2>
      <a:accent3>
        <a:srgbClr val="94640C"/>
      </a:accent3>
      <a:accent4>
        <a:srgbClr val="C03F0B"/>
      </a:accent4>
      <a:accent5>
        <a:srgbClr val="7FD1C3"/>
      </a:accent5>
      <a:accent6>
        <a:srgbClr val="5A6762"/>
      </a:accent6>
      <a:hlink>
        <a:srgbClr val="0D6B60"/>
      </a:hlink>
      <a:folHlink>
        <a:srgbClr val="6A3D9E"/>
      </a:folHlink>
    </a:clrScheme>
    <a:fontScheme name="RedFix">
      <a:majorFont>
        <a:latin typeface="Malgun Gothic"/>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Malgun Gothic"/>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Office Theme</vt:lpstr>
      <vt:lpstr>Slide 1</vt:lpstr>
      <vt:lpstr>Slide 2</vt:lpstr>
      <vt:lpstr>Slide 3</vt:lpstr>
      <vt:lpstr>Slide 4</vt:lpstr>
      <vt:lpstr>Slide 5</vt:lpstr>
      <vt:lpstr>Slide 6</vt:lpstr>
      <vt:lpstr>Slide 7</vt:lpstr>
      <vt:lpstr>Slide 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RedFix 최종 발표</dc:title>
  <dc:subject>PptxGenJS Presentation</dc:subject>
  <dc:creator>이종협</dc:creator>
  <cp:lastModifiedBy>이종협</cp:lastModifiedBy>
  <cp:revision>1</cp:revision>
  <dcterms:created xsi:type="dcterms:W3CDTF">2026-10-22T11:12:24Z</dcterms:created>
  <dcterms:modified xsi:type="dcterms:W3CDTF">2026-10-22T11:12:24Z</dcterms:modified>
</cp:coreProperties>
</file>